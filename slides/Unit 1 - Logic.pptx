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  <p:sldMasterId id="2147483694" r:id="rId2"/>
  </p:sldMasterIdLst>
  <p:notesMasterIdLst>
    <p:notesMasterId r:id="rId74"/>
  </p:notesMasterIdLst>
  <p:handoutMasterIdLst>
    <p:handoutMasterId r:id="rId75"/>
  </p:handoutMasterIdLst>
  <p:sldIdLst>
    <p:sldId id="256" r:id="rId3"/>
    <p:sldId id="413" r:id="rId4"/>
    <p:sldId id="414" r:id="rId5"/>
    <p:sldId id="589" r:id="rId6"/>
    <p:sldId id="257" r:id="rId7"/>
    <p:sldId id="398" r:id="rId8"/>
    <p:sldId id="455" r:id="rId9"/>
    <p:sldId id="456" r:id="rId10"/>
    <p:sldId id="419" r:id="rId11"/>
    <p:sldId id="420" r:id="rId12"/>
    <p:sldId id="421" r:id="rId13"/>
    <p:sldId id="422" r:id="rId14"/>
    <p:sldId id="423" r:id="rId15"/>
    <p:sldId id="424" r:id="rId16"/>
    <p:sldId id="432" r:id="rId17"/>
    <p:sldId id="488" r:id="rId18"/>
    <p:sldId id="425" r:id="rId19"/>
    <p:sldId id="427" r:id="rId20"/>
    <p:sldId id="457" r:id="rId21"/>
    <p:sldId id="435" r:id="rId22"/>
    <p:sldId id="436" r:id="rId23"/>
    <p:sldId id="433" r:id="rId24"/>
    <p:sldId id="443" r:id="rId25"/>
    <p:sldId id="512" r:id="rId26"/>
    <p:sldId id="440" r:id="rId27"/>
    <p:sldId id="458" r:id="rId28"/>
    <p:sldId id="434" r:id="rId29"/>
    <p:sldId id="441" r:id="rId30"/>
    <p:sldId id="442" r:id="rId31"/>
    <p:sldId id="444" r:id="rId32"/>
    <p:sldId id="446" r:id="rId33"/>
    <p:sldId id="448" r:id="rId34"/>
    <p:sldId id="459" r:id="rId35"/>
    <p:sldId id="449" r:id="rId36"/>
    <p:sldId id="460" r:id="rId37"/>
    <p:sldId id="521" r:id="rId38"/>
    <p:sldId id="452" r:id="rId39"/>
    <p:sldId id="453" r:id="rId40"/>
    <p:sldId id="454" r:id="rId41"/>
    <p:sldId id="461" r:id="rId42"/>
    <p:sldId id="462" r:id="rId43"/>
    <p:sldId id="463" r:id="rId44"/>
    <p:sldId id="464" r:id="rId45"/>
    <p:sldId id="470" r:id="rId46"/>
    <p:sldId id="473" r:id="rId47"/>
    <p:sldId id="474" r:id="rId48"/>
    <p:sldId id="475" r:id="rId49"/>
    <p:sldId id="476" r:id="rId50"/>
    <p:sldId id="478" r:id="rId51"/>
    <p:sldId id="479" r:id="rId52"/>
    <p:sldId id="480" r:id="rId53"/>
    <p:sldId id="481" r:id="rId54"/>
    <p:sldId id="514" r:id="rId55"/>
    <p:sldId id="484" r:id="rId56"/>
    <p:sldId id="486" r:id="rId57"/>
    <p:sldId id="487" r:id="rId58"/>
    <p:sldId id="489" r:id="rId59"/>
    <p:sldId id="490" r:id="rId60"/>
    <p:sldId id="491" r:id="rId61"/>
    <p:sldId id="492" r:id="rId62"/>
    <p:sldId id="493" r:id="rId63"/>
    <p:sldId id="494" r:id="rId64"/>
    <p:sldId id="499" r:id="rId65"/>
    <p:sldId id="504" r:id="rId66"/>
    <p:sldId id="505" r:id="rId67"/>
    <p:sldId id="506" r:id="rId68"/>
    <p:sldId id="519" r:id="rId69"/>
    <p:sldId id="520" r:id="rId70"/>
    <p:sldId id="527" r:id="rId71"/>
    <p:sldId id="523" r:id="rId72"/>
    <p:sldId id="412" r:id="rId73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11EF66"/>
    <a:srgbClr val="FE0202"/>
    <a:srgbClr val="FF0000"/>
    <a:srgbClr val="00FFFF"/>
    <a:srgbClr val="FF0066"/>
    <a:srgbClr val="756A29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8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71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72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4" Type="http://schemas.openxmlformats.org/officeDocument/2006/relationships/notesMaster" Target="notesMasters/notesMaster1.xml"/><Relationship Id="rId79" Type="http://schemas.openxmlformats.org/officeDocument/2006/relationships/tableStyles" Target="tableStyle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>
            <a:extLst>
              <a:ext uri="{FF2B5EF4-FFF2-40B4-BE49-F238E27FC236}">
                <a16:creationId xmlns:a16="http://schemas.microsoft.com/office/drawing/2014/main" id="{A465C23C-DCA6-4147-AFD8-CEFD24FDEB7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7" name="Rectangle 3">
            <a:extLst>
              <a:ext uri="{FF2B5EF4-FFF2-40B4-BE49-F238E27FC236}">
                <a16:creationId xmlns:a16="http://schemas.microsoft.com/office/drawing/2014/main" id="{33A0598D-4511-47EB-BE85-59912F0A5BF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0CE5089A-E1F5-4EF8-950C-A3E52FCC2B29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96A4990D-C9C0-4279-A01D-6008B235D59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010EFCD-6AE2-4294-8E35-8B7341B87A0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18" name="Rectangle 2">
            <a:extLst>
              <a:ext uri="{FF2B5EF4-FFF2-40B4-BE49-F238E27FC236}">
                <a16:creationId xmlns:a16="http://schemas.microsoft.com/office/drawing/2014/main" id="{9F02E803-C4CE-4F1B-AA93-0F572D184F7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19" name="Rectangle 3">
            <a:extLst>
              <a:ext uri="{FF2B5EF4-FFF2-40B4-BE49-F238E27FC236}">
                <a16:creationId xmlns:a16="http://schemas.microsoft.com/office/drawing/2014/main" id="{663FD4E8-4B78-4296-A648-15DF9D26F5A4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180013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06D917B5-D903-4857-9D63-0AF83088E387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4021" name="Rectangle 5">
            <a:extLst>
              <a:ext uri="{FF2B5EF4-FFF2-40B4-BE49-F238E27FC236}">
                <a16:creationId xmlns:a16="http://schemas.microsoft.com/office/drawing/2014/main" id="{AA23109D-DF1B-4EE9-B9FF-47687947F5E7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3257550"/>
            <a:ext cx="73152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14022" name="Rectangle 6">
            <a:extLst>
              <a:ext uri="{FF2B5EF4-FFF2-40B4-BE49-F238E27FC236}">
                <a16:creationId xmlns:a16="http://schemas.microsoft.com/office/drawing/2014/main" id="{E59BDFA1-F60B-4985-8B73-B0AE0F3A329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4023" name="Rectangle 7">
            <a:extLst>
              <a:ext uri="{FF2B5EF4-FFF2-40B4-BE49-F238E27FC236}">
                <a16:creationId xmlns:a16="http://schemas.microsoft.com/office/drawing/2014/main" id="{5BABE210-1031-40BE-BB18-3BEFDCD21F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0013" y="6513513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38054FE-945D-4A4D-A545-FE4C6969AE76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109" charset="0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109" charset="0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109" charset="0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109" charset="0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Arial" pitchFamily="-109" charset="0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8054FE-945D-4A4D-A545-FE4C6969AE76}" type="slidenum">
              <a:rPr lang="en-GB" altLang="en-US" smtClean="0"/>
              <a:pPr>
                <a:defRPr/>
              </a:pPr>
              <a:t>68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46892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A38054FE-945D-4A4D-A545-FE4C6969AE76}" type="slidenum">
              <a:rPr lang="en-GB" altLang="en-US" smtClean="0"/>
              <a:pPr>
                <a:defRPr/>
              </a:pPr>
              <a:t>70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9861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45805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60253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2762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59158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8857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685579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14657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63654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61537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65212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3633483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BA4BCC1-DE29-407C-8320-DD040E2CB12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739040-170D-44DE-B93F-5EFB729C18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3AA558-EAF1-4980-A379-7D636A651A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18BB0F-D8D8-4BA2-B1CC-B33D5748695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971873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8092D-4212-41CF-BF58-D9DD36DA5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2C51A-A0A3-4FD3-8F46-E03A7F11F7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1172D8-D585-4692-9D91-2611A8123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792D4-042D-4750-B5E2-5B509CD17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864761-5428-44D3-9DE1-9809D14FFB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D6C4D71-B334-403F-B5E1-784B25D8624C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090633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700C-F714-4CB9-A6DE-FAA2183FC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9C0618-233F-4B2C-A1A2-ECE9BE94D8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8E7D6-94D8-4184-BE5C-E4DB5077D7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243B7-0D58-4351-A372-0F4C76382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1C7699-4F3C-4117-85F4-C4207892A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11E565-5AAE-4302-9D71-D55C9A5ED4B5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990637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0F477-AFB0-4DE5-9B97-AB4AACC3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41"/>
            <a:ext cx="7886700" cy="2852737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F83BD-BAF6-4477-B5D5-28CD1A798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6"/>
            <a:ext cx="7886700" cy="1500187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265DC7-745D-4A1A-8862-A0281CEAC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2A01F5-1453-4310-A706-91F07CD2C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985D44-875F-4BE8-B893-12C1D9647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F9A738D-4EDA-4D70-99E5-9A08BD4183D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257735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85DFB-A478-4FFD-BF7D-5260955DA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3062F-1A40-45E0-ABDB-5EE1C9ADD9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2E0206-64F0-4280-8310-265D514CD4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B574C2-E648-49F7-8122-46DDA1647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7D6C3-A20E-4A9F-BE71-4F798A3F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E2BF6A-1001-4397-BF26-5B12A8AF1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FF4DE9E-8CB3-4855-93F4-6FA7E56E393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7423624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DBC1B0-64FF-4FE5-BC51-9D08A0B4F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8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1E9A8D-8032-45BA-ADBC-C26CB8D9E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37F984-43E2-481C-911A-724E9B0888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DC9F5BD-2573-41D8-97C4-09499303EE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1" y="1681163"/>
            <a:ext cx="3887391" cy="823912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D28118-F8C2-4DA7-B2F9-E38D4A4F2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1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D3BB3-4B72-4958-BF80-8C2CBB7B3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E271BB-7CE0-47A6-9CB3-0B88610D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7B3BB3-6B4F-4352-889B-265D07A15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B3F6EF9-7981-486B-BC8C-C082F2CA500D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02872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14F70-B809-4C2A-AE89-BB4D9B050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62E6DB-76B6-4498-8D71-E62724108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62BBF7-993F-4B93-95AA-3BA6F42861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50F5F1-1BC0-476E-A4EF-23F19F2EB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A89950C-F960-494B-8332-BACE3F02B25A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440030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33721A3-DE04-4B30-8C39-849471D9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908AA2-753B-4744-9783-BBF538498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D0A969-F139-4CD5-862F-947ED9781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2FEA832-A6AE-4E78-BBE9-18366D9CFBC2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075685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4E15D-2854-4C12-8F24-42FC98E76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6F1A4-6545-48F4-B4FE-67159C0E1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A9DA3A-931D-4C44-A363-880A26058E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8EE96C-9C19-4A39-A358-2C659C1D2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B4BB42-803B-496C-A4EE-FB9AB303B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42F4BC-E10F-4E6A-AC39-937C255BF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747A975-8FA5-4E55-960C-663ABF069E4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37849903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EB3B2-F5BE-4E8C-B534-BD05A9014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76A587-BD4A-4D67-9383-22E61D3E08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8"/>
            <a:ext cx="4629150" cy="4873625"/>
          </a:xfrm>
        </p:spPr>
        <p:txBody>
          <a:bodyPr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5BF78-BBA5-482E-881C-2BEFCEFE8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DED3DA-6328-42F7-9772-313E1945E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0EF7E6-8603-4D2C-BC4B-39764680F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DC209-97B1-4C28-A1B3-E345642DE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2F6AE3-965C-4549-B78A-B228D0AC5637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12083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49B95-54BB-4331-A774-CD8FC6465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128831-7175-4364-A195-76AB238C5C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FB213-8116-4139-8B50-4A670938E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1D4B3E-2958-4B36-84CE-BE7C429A8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40EC9-7377-4159-A79B-D9EAE3D8F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D7B34FA-59D9-4ACB-BD9D-0D523E70916B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8561934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F335B5-A253-40F7-86CA-16B24ADF530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6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8BFC03-01C4-415B-97CE-660BC35EF4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1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2660B-5AAD-4620-85B5-5A444A1CF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E3F84-40D0-4C09-9912-EA5E78DB3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4685B7-892C-432C-9751-CEAF3A553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B805C72-34DF-4ED0-B468-302846DA4E88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557436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EEC4C0-77B7-4922-9202-18301C2E971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88B316-33DA-4210-B1F5-88B85CC2ED2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24A8CE-3278-4122-80C3-2DE21A9A8F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C86957-FA14-4D02-AB94-D3FD2C72E62D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402462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377114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7062B0-CA3A-4DE4-BF60-A978F4734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684E3D-0147-49FB-810C-58630EEAC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51C0C-74FC-4C9B-83FC-B62973961A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2A19FD-2E16-43A8-B64C-C4F7B5010F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FD751-A9E0-47BE-89A1-15AA161B18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A8A0BD3-8906-4742-8599-DF7C93EAD45E}" type="slidenum">
              <a:rPr lang="en-GB" altLang="en-US" smtClean="0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566257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698" r:id="rId4"/>
    <p:sldLayoutId id="2147483699" r:id="rId5"/>
    <p:sldLayoutId id="2147483700" r:id="rId6"/>
    <p:sldLayoutId id="2147483701" r:id="rId7"/>
    <p:sldLayoutId id="2147483702" r:id="rId8"/>
    <p:sldLayoutId id="2147483703" r:id="rId9"/>
    <p:sldLayoutId id="2147483704" r:id="rId10"/>
    <p:sldLayoutId id="2147483705" r:id="rId11"/>
    <p:sldLayoutId id="2147483706" r:id="rId12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Rectangle 2">
            <a:extLst>
              <a:ext uri="{FF2B5EF4-FFF2-40B4-BE49-F238E27FC236}">
                <a16:creationId xmlns:a16="http://schemas.microsoft.com/office/drawing/2014/main" id="{A2FFD269-3DC8-4FD5-A453-87DA57AEA929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635912"/>
            <a:ext cx="8964612" cy="1470025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sz="13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en-US" sz="1300" b="1" u="sng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E7AB6E79-9885-4D28-9094-F7577FAB0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DBBA89D-E09E-44D6-87FA-8185EA60C43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</a:t>
            </a:fld>
            <a:endParaRPr lang="en-GB" altLang="en-US" sz="1400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8940D713-9196-4BCD-8A72-F39D9B3567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710167"/>
            <a:ext cx="8783638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Overview</a:t>
            </a:r>
            <a:endParaRPr lang="en-GB" altLang="en-US" b="1" kern="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4A1308-5EB9-426D-B59C-0F6B941C78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771" y="4784422"/>
            <a:ext cx="8874842" cy="1470025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US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Lecturer/Tutor: Dr Tan Hee Beng Kuan </a:t>
            </a:r>
          </a:p>
          <a:p>
            <a:pPr eaLnBrk="1" hangingPunct="1">
              <a:defRPr/>
            </a:pPr>
            <a:r>
              <a:rPr lang="en-US" altLang="en-US" sz="2400" b="1" kern="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    	  (email: hbktan@uow.edu.au)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2">
            <a:extLst>
              <a:ext uri="{FF2B5EF4-FFF2-40B4-BE49-F238E27FC236}">
                <a16:creationId xmlns:a16="http://schemas.microsoft.com/office/drawing/2014/main" id="{FA621BFD-5BB7-411B-8BCC-235E43455E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71525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Course Overview</a:t>
            </a:r>
            <a:endParaRPr lang="en-GB" altLang="en-US" sz="32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091" name="Rectangle 3">
            <a:extLst>
              <a:ext uri="{FF2B5EF4-FFF2-40B4-BE49-F238E27FC236}">
                <a16:creationId xmlns:a16="http://schemas.microsoft.com/office/drawing/2014/main" id="{5BBBE488-9601-4F57-985E-D489B412B8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43013"/>
            <a:ext cx="8229600" cy="4894262"/>
          </a:xfrm>
        </p:spPr>
        <p:txBody>
          <a:bodyPr>
            <a:normAutofit lnSpcReduction="10000"/>
          </a:bodyPr>
          <a:lstStyle/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of Proof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Theory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 &amp; Functions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Systems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Induction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Elementary Number Theory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Arithmetic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Combinatorics and Probability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</a:t>
            </a:r>
          </a:p>
          <a:p>
            <a:pPr marL="266700" indent="-266700" eaLnBrk="1" hangingPunct="1">
              <a:lnSpc>
                <a:spcPct val="90000"/>
              </a:lnSpc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22" name="Slide Number Placeholder 5">
            <a:extLst>
              <a:ext uri="{FF2B5EF4-FFF2-40B4-BE49-F238E27FC236}">
                <a16:creationId xmlns:a16="http://schemas.microsoft.com/office/drawing/2014/main" id="{A91BD51C-2039-4900-8A09-938DE65F8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51899A5-436D-4C9A-8B5C-1481D0CA4F4F}" type="slidenum">
              <a:rPr lang="en-GB" altLang="en-US" sz="1000" smtClean="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000" dirty="0">
              <a:solidFill>
                <a:srgbClr val="FFFFFF"/>
              </a:solidFill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ED9067A-1155-48BB-A41E-60F25E238B7B}"/>
              </a:ext>
            </a:extLst>
          </p:cNvPr>
          <p:cNvSpPr txBox="1">
            <a:spLocks/>
          </p:cNvSpPr>
          <p:nvPr/>
        </p:nvSpPr>
        <p:spPr>
          <a:xfrm>
            <a:off x="6629400" y="6249552"/>
            <a:ext cx="2057400" cy="365125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spcBef>
                <a:spcPct val="20000"/>
              </a:spcBef>
              <a:buChar char="•"/>
              <a:defRPr sz="32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har char="–"/>
              <a:defRPr sz="2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Char char="–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9718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4290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886200" indent="-228600" algn="l" defTabSz="914400" rtl="0" eaLnBrk="0" fontAlgn="base" latinLnBrk="0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C0813A-3793-45B6-8F44-AB20FEC53D5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170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170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70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7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17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17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17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17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217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170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2170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1709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709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2">
            <a:extLst>
              <a:ext uri="{FF2B5EF4-FFF2-40B4-BE49-F238E27FC236}">
                <a16:creationId xmlns:a16="http://schemas.microsoft.com/office/drawing/2014/main" id="{40D71DB3-8A6F-4521-8D49-1246992638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Why This Course?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50ABD0A-62BE-4E30-880C-5DD053F9C7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Propositional logic – digital circuit design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Sets/relations - databases (Oracle, MS Access, etc.)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Predicate logic - Artificial Intelligence, compilers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Proofs - Artificial Intelligence, compilers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 arithmetic – Cryptography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Elementary Number Theory – Cryptography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Probability – Data mining, machine learning</a:t>
            </a:r>
          </a:p>
          <a:p>
            <a:pPr marL="171450" indent="-171450"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 Theory – network analysis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46" name="Slide Number Placeholder 5">
            <a:extLst>
              <a:ext uri="{FF2B5EF4-FFF2-40B4-BE49-F238E27FC236}">
                <a16:creationId xmlns:a16="http://schemas.microsoft.com/office/drawing/2014/main" id="{63E33216-E400-49FB-AB79-14B986339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3C0813A-3793-45B6-8F44-AB20FEC53D5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GB" altLang="en-US" sz="14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>
            <a:extLst>
              <a:ext uri="{FF2B5EF4-FFF2-40B4-BE49-F238E27FC236}">
                <a16:creationId xmlns:a16="http://schemas.microsoft.com/office/drawing/2014/main" id="{A7CFD8D2-76A8-4656-87F2-9BD95F4C4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557213" indent="-214313">
              <a:spcBef>
                <a:spcPct val="20000"/>
              </a:spcBef>
              <a:buChar char="–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defTabSz="685800">
              <a:spcBef>
                <a:spcPct val="0"/>
              </a:spcBef>
              <a:buNone/>
            </a:pPr>
            <a:fld id="{4AFDC763-F69E-47F2-9814-5F47EC779A96}" type="slidenum">
              <a:rPr lang="en-GB" altLang="en-US" sz="105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685800">
                <a:spcBef>
                  <a:spcPct val="0"/>
                </a:spcBef>
                <a:buNone/>
              </a:pPr>
              <a:t>4</a:t>
            </a:fld>
            <a:endParaRPr lang="en-GB" altLang="en-US" sz="105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99" name="Rectangle 2">
            <a:extLst>
              <a:ext uri="{FF2B5EF4-FFF2-40B4-BE49-F238E27FC236}">
                <a16:creationId xmlns:a16="http://schemas.microsoft.com/office/drawing/2014/main" id="{918E50E4-9026-4C74-B0AF-C14CB01461A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25260" y="796804"/>
            <a:ext cx="8893479" cy="1496616"/>
          </a:xfrm>
        </p:spPr>
        <p:txBody>
          <a:bodyPr>
            <a:noAutofit/>
          </a:bodyPr>
          <a:lstStyle/>
          <a:p>
            <a:pPr eaLnBrk="1" hangingPunct="1"/>
            <a:r>
              <a:rPr lang="en-US" altLang="en-US" sz="4500" b="1" u="sng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MATH221</a:t>
            </a:r>
            <a:br>
              <a:rPr lang="en-US" altLang="en-US" sz="45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500" b="1" dirty="0">
                <a:solidFill>
                  <a:srgbClr val="171BA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Mathematics for Computer Science</a:t>
            </a:r>
            <a:endParaRPr lang="en-GB" altLang="en-US" sz="4500" b="1" dirty="0">
              <a:solidFill>
                <a:srgbClr val="171BA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D39CEFFF-1C1A-4318-81FC-43EDFF823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7089" y="3280120"/>
            <a:ext cx="6587729" cy="208953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Arial" pitchFamily="-109" charset="0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pitchFamily="-109" charset="0"/>
                <a:cs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cs typeface="Arial" charset="0"/>
              </a:defRPr>
            </a:lvl9pPr>
          </a:lstStyle>
          <a:p>
            <a:pPr defTabSz="685800" eaLnBrk="1" hangingPunct="1">
              <a:defRPr/>
            </a:pPr>
            <a:r>
              <a:rPr lang="en-US" altLang="en-US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 1</a:t>
            </a:r>
          </a:p>
          <a:p>
            <a:pPr defTabSz="685800" eaLnBrk="1" hangingPunct="1">
              <a:defRPr/>
            </a:pPr>
            <a:r>
              <a:rPr lang="en-US" altLang="en-US" sz="6000" b="1" kern="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</a:t>
            </a:r>
            <a:endParaRPr lang="en-GB" altLang="en-US" sz="6000" b="1" kern="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2">
            <a:extLst>
              <a:ext uri="{FF2B5EF4-FFF2-40B4-BE49-F238E27FC236}">
                <a16:creationId xmlns:a16="http://schemas.microsoft.com/office/drawing/2014/main" id="{01C25089-E811-4F29-B7E9-18561F85780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46D22E2-2932-46A5-9ED7-F56262414E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statements and compound statements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logical connectives to form compound statements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truth table to evaluate the truth values of compound statements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what is tautology, contradiction and contingent.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logical equivalences to simplify compound statements</a:t>
            </a:r>
          </a:p>
          <a:p>
            <a:pPr eaLnBrk="1" hangingPunct="1"/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truth table and logical equivalences to prove/disprove tautologies (logical formulas)</a:t>
            </a:r>
          </a:p>
        </p:txBody>
      </p:sp>
      <p:sp>
        <p:nvSpPr>
          <p:cNvPr id="8194" name="Slide Number Placeholder 5">
            <a:extLst>
              <a:ext uri="{FF2B5EF4-FFF2-40B4-BE49-F238E27FC236}">
                <a16:creationId xmlns:a16="http://schemas.microsoft.com/office/drawing/2014/main" id="{C876AD27-99CE-4293-ACEE-6F67C33FA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71D5794-F519-47FC-8647-21D93F745EAB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3" name="Rectangle 2">
            <a:extLst>
              <a:ext uri="{FF2B5EF4-FFF2-40B4-BE49-F238E27FC236}">
                <a16:creationId xmlns:a16="http://schemas.microsoft.com/office/drawing/2014/main" id="{CCC45397-B520-468F-9A0A-F8D80C3BF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Logic?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7CF7F68-B9CB-4058-AAE1-C7B6837FA9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GB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logic is a tool for dealing with formal reasoning.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Numerous application in design of computer circuits, construction of computer programs and verification of correctness of programs.</a:t>
            </a:r>
          </a:p>
        </p:txBody>
      </p:sp>
      <p:sp>
        <p:nvSpPr>
          <p:cNvPr id="10242" name="Slide Number Placeholder 5">
            <a:extLst>
              <a:ext uri="{FF2B5EF4-FFF2-40B4-BE49-F238E27FC236}">
                <a16:creationId xmlns:a16="http://schemas.microsoft.com/office/drawing/2014/main" id="{1928DDBB-0C74-4CAE-BB24-E485E1352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755557E-5363-470B-9C52-C491B41009D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GB" altLang="en-US" sz="14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7" name="Rectangle 2">
            <a:extLst>
              <a:ext uri="{FF2B5EF4-FFF2-40B4-BE49-F238E27FC236}">
                <a16:creationId xmlns:a16="http://schemas.microsoft.com/office/drawing/2014/main" id="{01697415-B42F-420E-AC17-2C07E28D153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Logic?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E03A1C99-116B-4B9A-A4E2-72D70FBF65C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48650" cy="4530725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are familiar with using numbers in arithmetic and symbols in algebra. You are also familiar with the ‘rules’ of arithmetic and </a:t>
            </a:r>
            <a:r>
              <a:rPr lang="en-GB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alegebra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similar way, Logic deals with statements. We shall define statements later.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65307" name="Group 91">
            <a:extLst>
              <a:ext uri="{FF2B5EF4-FFF2-40B4-BE49-F238E27FC236}">
                <a16:creationId xmlns:a16="http://schemas.microsoft.com/office/drawing/2014/main" id="{FE2B86FB-42A3-4E35-9EFD-3010273AFB9E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1104900" y="3800475"/>
          <a:ext cx="7037388" cy="1374776"/>
        </p:xfrm>
        <a:graphic>
          <a:graphicData uri="http://schemas.openxmlformats.org/drawingml/2006/table">
            <a:tbl>
              <a:tblPr/>
              <a:tblGrid>
                <a:gridCol w="158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73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9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33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92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(3 + 4) + 6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= 3 + (4 + 6)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3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x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 – 5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x</a:t>
                      </a:r>
                      <a:endParaRPr kumimoji="0" lang="en-GB" sz="2400" b="0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= (3 – 5)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x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= 3 + 10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= -2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x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= 13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266" name="Slide Number Placeholder 6">
            <a:extLst>
              <a:ext uri="{FF2B5EF4-FFF2-40B4-BE49-F238E27FC236}">
                <a16:creationId xmlns:a16="http://schemas.microsoft.com/office/drawing/2014/main" id="{688F47AA-14BB-4DC8-9813-EF781CC2B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63F468B-829C-4A9E-9089-835DDD356CF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GB" altLang="en-US" sz="1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2">
            <a:extLst>
              <a:ext uri="{FF2B5EF4-FFF2-40B4-BE49-F238E27FC236}">
                <a16:creationId xmlns:a16="http://schemas.microsoft.com/office/drawing/2014/main" id="{38BD61E8-BB12-4B1A-A795-FE06AE4103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Logic?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B7E60495-1AEA-4B26-9F60-402F489834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Roughly speaking, in arithmetic an </a:t>
            </a:r>
            <a:r>
              <a:rPr lang="en-GB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rule for producing new numbers from a pair of given numbers, like addition (+) or multiplication (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).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 Logic, we form new statements by combining short statements using </a:t>
            </a:r>
            <a:r>
              <a:rPr lang="en-GB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connectives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like words </a:t>
            </a:r>
            <a:r>
              <a:rPr lang="en-GB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</a:t>
            </a:r>
            <a:r>
              <a:rPr lang="en-GB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or</a:t>
            </a: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Examples: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This room is hot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 I am tired.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MATH221 lectures are fun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 am dreaming.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2290" name="Slide Number Placeholder 5">
            <a:extLst>
              <a:ext uri="{FF2B5EF4-FFF2-40B4-BE49-F238E27FC236}">
                <a16:creationId xmlns:a16="http://schemas.microsoft.com/office/drawing/2014/main" id="{178F7952-EDE5-491A-B1A9-B00E736A4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9CC6AAF-1CF7-452D-A9DD-A0957C407E4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GB" altLang="en-US"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>
            <a:extLst>
              <a:ext uri="{FF2B5EF4-FFF2-40B4-BE49-F238E27FC236}">
                <a16:creationId xmlns:a16="http://schemas.microsoft.com/office/drawing/2014/main" id="{EC2F279C-CC0A-4A06-B61C-859AE13046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54138" y="642938"/>
            <a:ext cx="6172200" cy="85725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endParaRPr lang="en-GB" altLang="en-US" sz="32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7B526A6-BF38-4947-93E1-AC1A017A306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485900" y="2235200"/>
            <a:ext cx="6172200" cy="3398838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sentence that is true or false but not both.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also called 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proposition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14" name="Slide Number Placeholder 5">
            <a:extLst>
              <a:ext uri="{FF2B5EF4-FFF2-40B4-BE49-F238E27FC236}">
                <a16:creationId xmlns:a16="http://schemas.microsoft.com/office/drawing/2014/main" id="{098EA08F-63BD-4087-B58C-540473424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17056C-B840-4F21-B60E-70DD4F581DAD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GB" alt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9" name="Rectangle 2">
            <a:extLst>
              <a:ext uri="{FF2B5EF4-FFF2-40B4-BE49-F238E27FC236}">
                <a16:creationId xmlns:a16="http://schemas.microsoft.com/office/drawing/2014/main" id="{01EF1840-D84E-44F9-AD93-2AFDAE2CD6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Statement: Examples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4259" name="Rectangle 3">
            <a:extLst>
              <a:ext uri="{FF2B5EF4-FFF2-40B4-BE49-F238E27FC236}">
                <a16:creationId xmlns:a16="http://schemas.microsoft.com/office/drawing/2014/main" id="{AC90D60C-674F-4BA2-A3B7-F05AFFF5860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 statements: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+ 2 = 4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sun rises in the east.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 statements: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+ 2 = 7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twenty planets in the Solar system.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38" name="Slide Number Placeholder 5">
            <a:extLst>
              <a:ext uri="{FF2B5EF4-FFF2-40B4-BE49-F238E27FC236}">
                <a16:creationId xmlns:a16="http://schemas.microsoft.com/office/drawing/2014/main" id="{2B29B981-81FE-47A0-8FF0-E2A708DBB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D840BB7-F110-47AB-8AE3-87F4400B074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42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42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42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42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42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Rectangle 2">
            <a:extLst>
              <a:ext uri="{FF2B5EF4-FFF2-40B4-BE49-F238E27FC236}">
                <a16:creationId xmlns:a16="http://schemas.microsoft.com/office/drawing/2014/main" id="{DCCC1497-5307-48C1-8914-A020AB35CE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Non-Statement: Examples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283" name="Rectangle 3">
            <a:extLst>
              <a:ext uri="{FF2B5EF4-FFF2-40B4-BE49-F238E27FC236}">
                <a16:creationId xmlns:a16="http://schemas.microsoft.com/office/drawing/2014/main" id="{CEE86624-580C-4D59-ACCD-6641B6FAFC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Non-statements are questions, commands, exclamations, or sentences with undefined words such as: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Study logic.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0: because it is neither true nor false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 speak French?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your homework now.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Good!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this carefully.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362" name="Slide Number Placeholder 5">
            <a:extLst>
              <a:ext uri="{FF2B5EF4-FFF2-40B4-BE49-F238E27FC236}">
                <a16:creationId xmlns:a16="http://schemas.microsoft.com/office/drawing/2014/main" id="{EC6062AE-BCDA-476C-94FB-75DB7F91A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82EE3D5-A0EF-4423-9C83-30B6733ACEA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52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52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52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52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52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52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>
            <a:extLst>
              <a:ext uri="{FF2B5EF4-FFF2-40B4-BE49-F238E27FC236}">
                <a16:creationId xmlns:a16="http://schemas.microsoft.com/office/drawing/2014/main" id="{974AB617-3E39-4C29-AF4F-690EAEFCBF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6307" name="Rectangle 3">
            <a:extLst>
              <a:ext uri="{FF2B5EF4-FFF2-40B4-BE49-F238E27FC236}">
                <a16:creationId xmlns:a16="http://schemas.microsoft.com/office/drawing/2014/main" id="{DBEE9899-7BCC-4A3B-9854-963605CA5C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are statements?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	2 + 3 = 5				Statement, True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(ii)	It is raining outside.			Statement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(iii)	2 + 3 = 6				Statement, False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(iv)	Is it raining?				Non-statement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(v)	Go away!				Non-statement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(vi)	There exists an even prime number.	Statement, True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(vii)	There are six people here.		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(viii)	Seven is?				Non-statement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(ix)	For some real number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2.	Statement</a:t>
            </a:r>
          </a:p>
        </p:txBody>
      </p:sp>
      <p:sp>
        <p:nvSpPr>
          <p:cNvPr id="16386" name="Slide Number Placeholder 5">
            <a:extLst>
              <a:ext uri="{FF2B5EF4-FFF2-40B4-BE49-F238E27FC236}">
                <a16:creationId xmlns:a16="http://schemas.microsoft.com/office/drawing/2014/main" id="{68B800B7-FA5F-493C-B937-DDE8DF2AF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9FE57F7-3C49-4C51-86DB-986EDBA443C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263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263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263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263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263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63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263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263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2">
            <a:extLst>
              <a:ext uri="{FF2B5EF4-FFF2-40B4-BE49-F238E27FC236}">
                <a16:creationId xmlns:a16="http://schemas.microsoft.com/office/drawing/2014/main" id="{54E5EC23-58D1-4C2D-A786-044D75999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E862F64F-8482-49BF-95C4-A1899E4FD118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of the following are statements?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(x)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					Statement	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(xi)	2 = =					Statement, False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(xii)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Statement, True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Strictly speaking, as we don’t know what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in parts (x) and (xii), these should not be statements. In Mathematics,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usually represent real numbers and we will assume this is the case here.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10" name="Slide Number Placeholder 5">
            <a:extLst>
              <a:ext uri="{FF2B5EF4-FFF2-40B4-BE49-F238E27FC236}">
                <a16:creationId xmlns:a16="http://schemas.microsoft.com/office/drawing/2014/main" id="{D5787031-888E-45CD-AA15-6F70D5342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BF63582-93B2-43C8-AA8C-2E50E91E7A66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GB" altLang="en-US" sz="14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273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2">
            <a:extLst>
              <a:ext uri="{FF2B5EF4-FFF2-40B4-BE49-F238E27FC236}">
                <a16:creationId xmlns:a16="http://schemas.microsoft.com/office/drawing/2014/main" id="{F5676138-AC75-4CE6-93B5-FD7BC781A0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9075" y="290513"/>
            <a:ext cx="8705850" cy="857250"/>
          </a:xfrm>
        </p:spPr>
        <p:txBody>
          <a:bodyPr/>
          <a:lstStyle/>
          <a:p>
            <a:pPr eaLnBrk="1" hangingPunct="1"/>
            <a:r>
              <a:rPr lang="en-US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Connectives and Compound Statements</a:t>
            </a:r>
            <a:endParaRPr lang="en-GB" altLang="en-US" sz="32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E1DD779C-6693-4B30-B7A5-72ECA34AA2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87350" y="1639888"/>
            <a:ext cx="8369300" cy="3397250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statement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statement form) is an expression made up of statement variables (such as P, Q, and R) and logical connectives (~,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, , , )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becomes a statement when actual statements are substituted for the component statement variables. For example, (P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Q)R is a compound statement.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From now onwards, the word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may refer to simple or compound statement.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482" name="Slide Number Placeholder 5">
            <a:extLst>
              <a:ext uri="{FF2B5EF4-FFF2-40B4-BE49-F238E27FC236}">
                <a16:creationId xmlns:a16="http://schemas.microsoft.com/office/drawing/2014/main" id="{6AF7304A-26B1-42B5-BAC3-69677237A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37D1C5-F69B-4BD0-9536-48C0C5D149A2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GB" altLang="en-US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7" name="Rectangle 2">
            <a:extLst>
              <a:ext uri="{FF2B5EF4-FFF2-40B4-BE49-F238E27FC236}">
                <a16:creationId xmlns:a16="http://schemas.microsoft.com/office/drawing/2014/main" id="{1A373FE4-EA30-4146-97B8-26DA447E25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Connectives</a:t>
            </a:r>
            <a:endParaRPr lang="en-GB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06" name="Slide Number Placeholder 6">
            <a:extLst>
              <a:ext uri="{FF2B5EF4-FFF2-40B4-BE49-F238E27FC236}">
                <a16:creationId xmlns:a16="http://schemas.microsoft.com/office/drawing/2014/main" id="{A78EAC0D-87D5-4616-98CD-C44F153BB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0438277-68FC-42BE-A162-495B340AEEC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GB" altLang="en-US" sz="1400"/>
          </a:p>
        </p:txBody>
      </p:sp>
      <p:sp>
        <p:nvSpPr>
          <p:cNvPr id="241740" name="Rectangle 76">
            <a:extLst>
              <a:ext uri="{FF2B5EF4-FFF2-40B4-BE49-F238E27FC236}">
                <a16:creationId xmlns:a16="http://schemas.microsoft.com/office/drawing/2014/main" id="{CA4059F0-9283-43AA-8CC9-58446EE243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3784600"/>
            <a:ext cx="40274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Conjunction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738" name="Rectangle 74">
            <a:extLst>
              <a:ext uri="{FF2B5EF4-FFF2-40B4-BE49-F238E27FC236}">
                <a16:creationId xmlns:a16="http://schemas.microsoft.com/office/drawing/2014/main" id="{89F93054-FC00-4217-BC1B-FB576E47D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3784600"/>
            <a:ext cx="17129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1736" name="Rectangle 72">
            <a:extLst>
              <a:ext uri="{FF2B5EF4-FFF2-40B4-BE49-F238E27FC236}">
                <a16:creationId xmlns:a16="http://schemas.microsoft.com/office/drawing/2014/main" id="{5694A73D-BE7B-42B0-8221-8D834BD5D9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84600"/>
            <a:ext cx="2419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733" name="Rectangle 69">
            <a:extLst>
              <a:ext uri="{FF2B5EF4-FFF2-40B4-BE49-F238E27FC236}">
                <a16:creationId xmlns:a16="http://schemas.microsoft.com/office/drawing/2014/main" id="{36911704-14EE-4A35-9E93-D256237B1A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4252913"/>
            <a:ext cx="40274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731" name="Rectangle 67">
            <a:extLst>
              <a:ext uri="{FF2B5EF4-FFF2-40B4-BE49-F238E27FC236}">
                <a16:creationId xmlns:a16="http://schemas.microsoft.com/office/drawing/2014/main" id="{75B46C6D-071A-48AE-B1DD-AC7E907CFA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4252913"/>
            <a:ext cx="1712913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</a:p>
        </p:txBody>
      </p:sp>
      <p:sp>
        <p:nvSpPr>
          <p:cNvPr id="241729" name="Rectangle 65">
            <a:extLst>
              <a:ext uri="{FF2B5EF4-FFF2-40B4-BE49-F238E27FC236}">
                <a16:creationId xmlns:a16="http://schemas.microsoft.com/office/drawing/2014/main" id="{71FA588B-2B49-40DD-B1CC-7E4AB18D7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252913"/>
            <a:ext cx="24193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implies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68" name="Rectangle 4">
            <a:extLst>
              <a:ext uri="{FF2B5EF4-FFF2-40B4-BE49-F238E27FC236}">
                <a16:creationId xmlns:a16="http://schemas.microsoft.com/office/drawing/2014/main" id="{B33C560B-FEE0-40CF-AA49-59F543BEA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4721225"/>
            <a:ext cx="17129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</a:p>
        </p:txBody>
      </p:sp>
      <p:sp>
        <p:nvSpPr>
          <p:cNvPr id="241669" name="Rectangle 5">
            <a:extLst>
              <a:ext uri="{FF2B5EF4-FFF2-40B4-BE49-F238E27FC236}">
                <a16:creationId xmlns:a16="http://schemas.microsoft.com/office/drawing/2014/main" id="{1514FDEB-D391-4869-9ACA-BAEDB1926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3316288"/>
            <a:ext cx="1712913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241670" name="Rectangle 6">
            <a:extLst>
              <a:ext uri="{FF2B5EF4-FFF2-40B4-BE49-F238E27FC236}">
                <a16:creationId xmlns:a16="http://schemas.microsoft.com/office/drawing/2014/main" id="{220E6141-A5D8-4394-9CDA-5192C9F9B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847975"/>
            <a:ext cx="17129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7" name="Rectangle 7">
            <a:extLst>
              <a:ext uri="{FF2B5EF4-FFF2-40B4-BE49-F238E27FC236}">
                <a16:creationId xmlns:a16="http://schemas.microsoft.com/office/drawing/2014/main" id="{AE23B9BF-19C1-4AD1-A81C-4A4D0D64A7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2392363"/>
            <a:ext cx="17129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 u="sng" dirty="0">
                <a:solidFill>
                  <a:srgbClr val="11EF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symbols</a:t>
            </a:r>
            <a:endParaRPr lang="en-GB" altLang="en-US" sz="2400" b="1" i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18" name="Rectangle 8">
            <a:extLst>
              <a:ext uri="{FF2B5EF4-FFF2-40B4-BE49-F238E27FC236}">
                <a16:creationId xmlns:a16="http://schemas.microsoft.com/office/drawing/2014/main" id="{E66CA068-B1D7-4161-96C4-B51C42D314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6400" y="1936750"/>
            <a:ext cx="17129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3" name="Rectangle 9">
            <a:extLst>
              <a:ext uri="{FF2B5EF4-FFF2-40B4-BE49-F238E27FC236}">
                <a16:creationId xmlns:a16="http://schemas.microsoft.com/office/drawing/2014/main" id="{1FB45EF5-623A-478A-A8CA-CE498E481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3316288"/>
            <a:ext cx="40274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Disjunction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4" name="Rectangle 10">
            <a:extLst>
              <a:ext uri="{FF2B5EF4-FFF2-40B4-BE49-F238E27FC236}">
                <a16:creationId xmlns:a16="http://schemas.microsoft.com/office/drawing/2014/main" id="{22EB9A51-94D2-4614-A73A-488B57B02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6288"/>
            <a:ext cx="24193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5" name="Rectangle 11">
            <a:extLst>
              <a:ext uri="{FF2B5EF4-FFF2-40B4-BE49-F238E27FC236}">
                <a16:creationId xmlns:a16="http://schemas.microsoft.com/office/drawing/2014/main" id="{479623C3-86C6-4874-8929-ED5846198F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2847975"/>
            <a:ext cx="40274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Negation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6" name="Rectangle 12">
            <a:extLst>
              <a:ext uri="{FF2B5EF4-FFF2-40B4-BE49-F238E27FC236}">
                <a16:creationId xmlns:a16="http://schemas.microsoft.com/office/drawing/2014/main" id="{A318B1F4-7522-4974-AD17-04718E532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47975"/>
            <a:ext cx="2419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not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7" name="Rectangle 13">
            <a:extLst>
              <a:ext uri="{FF2B5EF4-FFF2-40B4-BE49-F238E27FC236}">
                <a16:creationId xmlns:a16="http://schemas.microsoft.com/office/drawing/2014/main" id="{85C0F1B6-E7C0-494C-9E0F-5F7A231A8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4721225"/>
            <a:ext cx="40274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Biconditional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1678" name="Rectangle 14">
            <a:extLst>
              <a:ext uri="{FF2B5EF4-FFF2-40B4-BE49-F238E27FC236}">
                <a16:creationId xmlns:a16="http://schemas.microsoft.com/office/drawing/2014/main" id="{02499B99-4EC0-474D-9051-83E22E08C0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721225"/>
            <a:ext cx="2419350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25" name="Rectangle 15">
            <a:extLst>
              <a:ext uri="{FF2B5EF4-FFF2-40B4-BE49-F238E27FC236}">
                <a16:creationId xmlns:a16="http://schemas.microsoft.com/office/drawing/2014/main" id="{B5A06620-8EAA-4559-910A-9052CDA966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2392363"/>
            <a:ext cx="402748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Formal Name</a:t>
            </a:r>
            <a:endParaRPr lang="en-GB" altLang="en-US" sz="2400" b="1" i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26" name="Rectangle 16">
            <a:extLst>
              <a:ext uri="{FF2B5EF4-FFF2-40B4-BE49-F238E27FC236}">
                <a16:creationId xmlns:a16="http://schemas.microsoft.com/office/drawing/2014/main" id="{341B0444-A21F-4155-BF00-3F392C8A9D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24193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b="1" i="1" u="sng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words</a:t>
            </a:r>
            <a:endParaRPr lang="en-GB" altLang="en-US" sz="2400" b="1" i="1" u="sng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27" name="Rectangle 17">
            <a:extLst>
              <a:ext uri="{FF2B5EF4-FFF2-40B4-BE49-F238E27FC236}">
                <a16:creationId xmlns:a16="http://schemas.microsoft.com/office/drawing/2014/main" id="{B09B52CE-938B-4B60-9A53-B814B7F839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313" y="1936750"/>
            <a:ext cx="40274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28" name="Rectangle 18">
            <a:extLst>
              <a:ext uri="{FF2B5EF4-FFF2-40B4-BE49-F238E27FC236}">
                <a16:creationId xmlns:a16="http://schemas.microsoft.com/office/drawing/2014/main" id="{58E63299-7806-41EB-94E4-FA3FF539E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24193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29" name="Rectangle 19">
            <a:extLst>
              <a:ext uri="{FF2B5EF4-FFF2-40B4-BE49-F238E27FC236}">
                <a16:creationId xmlns:a16="http://schemas.microsoft.com/office/drawing/2014/main" id="{67C4E400-6519-45E9-8A81-E52563099F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1597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are statements, then so are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30" name="Line 20">
            <a:extLst>
              <a:ext uri="{FF2B5EF4-FFF2-40B4-BE49-F238E27FC236}">
                <a16:creationId xmlns:a16="http://schemas.microsoft.com/office/drawing/2014/main" id="{8F55A503-3DD7-4425-8C5C-07012A4F26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159750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1" name="Line 21">
            <a:extLst>
              <a:ext uri="{FF2B5EF4-FFF2-40B4-BE49-F238E27FC236}">
                <a16:creationId xmlns:a16="http://schemas.microsoft.com/office/drawing/2014/main" id="{B030206C-D6A4-461D-B774-3C1EC2E6D1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189538"/>
            <a:ext cx="8159750" cy="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2" name="Line 22">
            <a:extLst>
              <a:ext uri="{FF2B5EF4-FFF2-40B4-BE49-F238E27FC236}">
                <a16:creationId xmlns:a16="http://schemas.microsoft.com/office/drawing/2014/main" id="{1499823C-1E73-4523-AD2C-CB62A87236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370840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3" name="Line 23">
            <a:extLst>
              <a:ext uri="{FF2B5EF4-FFF2-40B4-BE49-F238E27FC236}">
                <a16:creationId xmlns:a16="http://schemas.microsoft.com/office/drawing/2014/main" id="{13AC7DDF-E17C-4B00-8370-ADAFCC689B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3708400"/>
          </a:xfrm>
          <a:prstGeom prst="line">
            <a:avLst/>
          </a:prstGeom>
          <a:noFill/>
          <a:ln w="12700" cap="sq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4" name="Line 36">
            <a:extLst>
              <a:ext uri="{FF2B5EF4-FFF2-40B4-BE49-F238E27FC236}">
                <a16:creationId xmlns:a16="http://schemas.microsoft.com/office/drawing/2014/main" id="{27D83751-BF60-484B-AAD6-A0D65F59D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5" name="Line 38">
            <a:extLst>
              <a:ext uri="{FF2B5EF4-FFF2-40B4-BE49-F238E27FC236}">
                <a16:creationId xmlns:a16="http://schemas.microsoft.com/office/drawing/2014/main" id="{3C5CDB86-78EA-4FFD-8507-4749DB10043C}"/>
              </a:ext>
            </a:extLst>
          </p:cNvPr>
          <p:cNvSpPr>
            <a:spLocks noChangeShapeType="1"/>
          </p:cNvSpPr>
          <p:nvPr/>
        </p:nvSpPr>
        <p:spPr bwMode="auto">
          <a:xfrm>
            <a:off x="2946400" y="1936750"/>
            <a:ext cx="0" cy="32527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6" name="Line 40">
            <a:extLst>
              <a:ext uri="{FF2B5EF4-FFF2-40B4-BE49-F238E27FC236}">
                <a16:creationId xmlns:a16="http://schemas.microsoft.com/office/drawing/2014/main" id="{E2C98EDD-FE5D-4B54-911D-CE3638F66CA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9313" y="1936750"/>
            <a:ext cx="0" cy="3252788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7" name="Line 41">
            <a:extLst>
              <a:ext uri="{FF2B5EF4-FFF2-40B4-BE49-F238E27FC236}">
                <a16:creationId xmlns:a16="http://schemas.microsoft.com/office/drawing/2014/main" id="{DB25F670-6F80-4A79-9B52-A26399A79E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8" name="Line 46">
            <a:extLst>
              <a:ext uri="{FF2B5EF4-FFF2-40B4-BE49-F238E27FC236}">
                <a16:creationId xmlns:a16="http://schemas.microsoft.com/office/drawing/2014/main" id="{312195EB-209C-4F69-8714-7CB1050115A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39" name="Line 51">
            <a:extLst>
              <a:ext uri="{FF2B5EF4-FFF2-40B4-BE49-F238E27FC236}">
                <a16:creationId xmlns:a16="http://schemas.microsoft.com/office/drawing/2014/main" id="{38EB6881-B379-4E39-8805-10F6EF1886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16288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40" name="Line 56">
            <a:extLst>
              <a:ext uri="{FF2B5EF4-FFF2-40B4-BE49-F238E27FC236}">
                <a16:creationId xmlns:a16="http://schemas.microsoft.com/office/drawing/2014/main" id="{1A1B4BD1-A070-4192-94B9-1BCF183BF1E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84600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41" name="Line 66">
            <a:extLst>
              <a:ext uri="{FF2B5EF4-FFF2-40B4-BE49-F238E27FC236}">
                <a16:creationId xmlns:a16="http://schemas.microsoft.com/office/drawing/2014/main" id="{B6052B82-ED63-41D4-9D7E-34736FD7D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721225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1542" name="Line 73">
            <a:extLst>
              <a:ext uri="{FF2B5EF4-FFF2-40B4-BE49-F238E27FC236}">
                <a16:creationId xmlns:a16="http://schemas.microsoft.com/office/drawing/2014/main" id="{518A7EF8-5C86-41D3-AA91-192C457DDC8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52913"/>
            <a:ext cx="8159750" cy="0"/>
          </a:xfrm>
          <a:prstGeom prst="line">
            <a:avLst/>
          </a:prstGeom>
          <a:noFill/>
          <a:ln w="127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1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41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416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41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2416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1000"/>
                                        <p:tgtEl>
                                          <p:spTgt spid="2416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241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417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2417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1000"/>
                                        <p:tgtEl>
                                          <p:spTgt spid="241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241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1000"/>
                                        <p:tgtEl>
                                          <p:spTgt spid="241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241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1000"/>
                                        <p:tgtEl>
                                          <p:spTgt spid="241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24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740" grpId="0"/>
      <p:bldP spid="241738" grpId="0"/>
      <p:bldP spid="241736" grpId="0"/>
      <p:bldP spid="241733" grpId="0"/>
      <p:bldP spid="241731" grpId="0"/>
      <p:bldP spid="241729" grpId="0"/>
      <p:bldP spid="241668" grpId="0"/>
      <p:bldP spid="241669" grpId="0"/>
      <p:bldP spid="241670" grpId="0"/>
      <p:bldP spid="241673" grpId="0"/>
      <p:bldP spid="241674" grpId="0"/>
      <p:bldP spid="241675" grpId="0"/>
      <p:bldP spid="241676" grpId="0"/>
      <p:bldP spid="241677" grpId="0"/>
      <p:bldP spid="24167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Rectangle 2">
            <a:extLst>
              <a:ext uri="{FF2B5EF4-FFF2-40B4-BE49-F238E27FC236}">
                <a16:creationId xmlns:a16="http://schemas.microsoft.com/office/drawing/2014/main" id="{695EACD2-6219-4F59-ABCB-536E56D060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449263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Connectives and Compound Statements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6A04D886-A6DC-4099-A41D-F43EF8538A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771650"/>
            <a:ext cx="8229600" cy="4530725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that each statement must either be true or false. We will therefore, assign to each statement 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value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true 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		</a:t>
            </a: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false.</a:t>
            </a: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truth value of a compound statement depends only on the truth values of the member statements and the connectives that form it. We represent this dependence by means of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2530" name="Slide Number Placeholder 5">
            <a:extLst>
              <a:ext uri="{FF2B5EF4-FFF2-40B4-BE49-F238E27FC236}">
                <a16:creationId xmlns:a16="http://schemas.microsoft.com/office/drawing/2014/main" id="{CF03AB8C-193B-4255-9DE8-C329F714D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9AB0B2-02F3-49DF-96BE-5A46FD8BB2F5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GB" altLang="en-US" sz="14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2">
            <a:extLst>
              <a:ext uri="{FF2B5EF4-FFF2-40B4-BE49-F238E27FC236}">
                <a16:creationId xmlns:a16="http://schemas.microsoft.com/office/drawing/2014/main" id="{44A84F68-2EE9-408E-BD07-F76B36E259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Negation: ~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6" name="Rectangle 3">
            <a:extLst>
              <a:ext uri="{FF2B5EF4-FFF2-40B4-BE49-F238E27FC236}">
                <a16:creationId xmlns:a16="http://schemas.microsoft.com/office/drawing/2014/main" id="{C607783E-3E29-4047-A364-6CBD783B621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negation of a statement is simply the opposite of what it says. 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554" name="Slide Number Placeholder 6">
            <a:extLst>
              <a:ext uri="{FF2B5EF4-FFF2-40B4-BE49-F238E27FC236}">
                <a16:creationId xmlns:a16="http://schemas.microsoft.com/office/drawing/2014/main" id="{B1A39ACB-C0A3-45F0-A849-8E6DEB777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FFBFB10-AB00-4110-BECF-D31CBADB7AE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GB" altLang="en-US" sz="1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Rectangle 2">
            <a:extLst>
              <a:ext uri="{FF2B5EF4-FFF2-40B4-BE49-F238E27FC236}">
                <a16:creationId xmlns:a16="http://schemas.microsoft.com/office/drawing/2014/main" id="{F1C88013-3633-40EE-A98F-568CDCA1FA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8" name="Slide Number Placeholder 6">
            <a:extLst>
              <a:ext uri="{FF2B5EF4-FFF2-40B4-BE49-F238E27FC236}">
                <a16:creationId xmlns:a16="http://schemas.microsoft.com/office/drawing/2014/main" id="{B4EB19E1-0B7B-440C-958E-87BB0C2AA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5F4103E-6EBA-4D8F-B250-BC63608A1F10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GB" altLang="en-US" sz="1400"/>
          </a:p>
        </p:txBody>
      </p:sp>
      <p:sp>
        <p:nvSpPr>
          <p:cNvPr id="24580" name="Rectangle 45">
            <a:extLst>
              <a:ext uri="{FF2B5EF4-FFF2-40B4-BE49-F238E27FC236}">
                <a16:creationId xmlns:a16="http://schemas.microsoft.com/office/drawing/2014/main" id="{4A5E3BED-F31C-4E9D-84CC-119485DD0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847975"/>
            <a:ext cx="57991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81" name="Rectangle 43">
            <a:extLst>
              <a:ext uri="{FF2B5EF4-FFF2-40B4-BE49-F238E27FC236}">
                <a16:creationId xmlns:a16="http://schemas.microsoft.com/office/drawing/2014/main" id="{26EDA791-CCFC-4E69-B73B-2E59DA7BF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47975"/>
            <a:ext cx="23606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36" name="Rectangle 40">
            <a:extLst>
              <a:ext uri="{FF2B5EF4-FFF2-40B4-BE49-F238E27FC236}">
                <a16:creationId xmlns:a16="http://schemas.microsoft.com/office/drawing/2014/main" id="{CF0CDEB0-58A4-4E61-9BD1-0B662DEB2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6288"/>
            <a:ext cx="5799137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	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&gt; 2 or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&lt; 2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34" name="Rectangle 38">
            <a:extLst>
              <a:ext uri="{FF2B5EF4-FFF2-40B4-BE49-F238E27FC236}">
                <a16:creationId xmlns:a16="http://schemas.microsoft.com/office/drawing/2014/main" id="{57BA92D3-9BB2-4A03-A890-BA485F4F81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6288"/>
            <a:ext cx="23606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31" name="Rectangle 35">
            <a:extLst>
              <a:ext uri="{FF2B5EF4-FFF2-40B4-BE49-F238E27FC236}">
                <a16:creationId xmlns:a16="http://schemas.microsoft.com/office/drawing/2014/main" id="{144D32D5-5E1D-4BCD-8CC9-14CD2421D2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783013"/>
            <a:ext cx="57991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~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 2 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2)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r>
              <a: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Can this be simplified? Yes, it is x =2</a:t>
            </a:r>
          </a:p>
        </p:txBody>
      </p:sp>
      <p:sp>
        <p:nvSpPr>
          <p:cNvPr id="234529" name="Rectangle 33">
            <a:extLst>
              <a:ext uri="{FF2B5EF4-FFF2-40B4-BE49-F238E27FC236}">
                <a16:creationId xmlns:a16="http://schemas.microsoft.com/office/drawing/2014/main" id="{053D4222-44EA-476A-B18D-EBFB40BB75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83013"/>
            <a:ext cx="2360613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6" name="Rectangle 10">
            <a:extLst>
              <a:ext uri="{FF2B5EF4-FFF2-40B4-BE49-F238E27FC236}">
                <a16:creationId xmlns:a16="http://schemas.microsoft.com/office/drawing/2014/main" id="{11F9CF28-A6F3-4279-9B7E-E0BF9B1EFA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392363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It is not raining outside.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5" name="Rectangle 9">
            <a:extLst>
              <a:ext uri="{FF2B5EF4-FFF2-40B4-BE49-F238E27FC236}">
                <a16:creationId xmlns:a16="http://schemas.microsoft.com/office/drawing/2014/main" id="{3243C017-B6DC-42F4-AC5B-B7C2158ED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4" name="Rectangle 8">
            <a:extLst>
              <a:ext uri="{FF2B5EF4-FFF2-40B4-BE49-F238E27FC236}">
                <a16:creationId xmlns:a16="http://schemas.microsoft.com/office/drawing/2014/main" id="{62A0DDFC-9059-4309-A68F-1572FA9546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936750"/>
            <a:ext cx="57991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~ (It is raining outside.)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4503" name="Rectangle 7">
            <a:extLst>
              <a:ext uri="{FF2B5EF4-FFF2-40B4-BE49-F238E27FC236}">
                <a16:creationId xmlns:a16="http://schemas.microsoft.com/office/drawing/2014/main" id="{33507921-D1DD-45C7-9996-96B44BD8D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23606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then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90" name="Rectangle 6">
            <a:extLst>
              <a:ext uri="{FF2B5EF4-FFF2-40B4-BE49-F238E27FC236}">
                <a16:creationId xmlns:a16="http://schemas.microsoft.com/office/drawing/2014/main" id="{6581B011-199C-4624-BE98-5C9FEB8974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481138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It is raining outside.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91" name="Rectangle 5">
            <a:extLst>
              <a:ext uri="{FF2B5EF4-FFF2-40B4-BE49-F238E27FC236}">
                <a16:creationId xmlns:a16="http://schemas.microsoft.com/office/drawing/2014/main" id="{02A03156-6BA3-4169-B87E-A61E169F5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is: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92" name="Line 13">
            <a:extLst>
              <a:ext uri="{FF2B5EF4-FFF2-40B4-BE49-F238E27FC236}">
                <a16:creationId xmlns:a16="http://schemas.microsoft.com/office/drawing/2014/main" id="{4E44DB86-CB8A-41AD-AEA8-84D0659BDE9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3" name="Line 17">
            <a:extLst>
              <a:ext uri="{FF2B5EF4-FFF2-40B4-BE49-F238E27FC236}">
                <a16:creationId xmlns:a16="http://schemas.microsoft.com/office/drawing/2014/main" id="{E4A68733-E089-407A-A561-5F72F90A55C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51325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4" name="Line 18">
            <a:extLst>
              <a:ext uri="{FF2B5EF4-FFF2-40B4-BE49-F238E27FC236}">
                <a16:creationId xmlns:a16="http://schemas.microsoft.com/office/drawing/2014/main" id="{CD3F817E-7B33-4B9A-9536-75DCF2B9B87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5" name="Line 20">
            <a:extLst>
              <a:ext uri="{FF2B5EF4-FFF2-40B4-BE49-F238E27FC236}">
                <a16:creationId xmlns:a16="http://schemas.microsoft.com/office/drawing/2014/main" id="{86A2BB02-3AE6-4DB6-A11E-73EABC7AD2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6" name="Line 78">
            <a:extLst>
              <a:ext uri="{FF2B5EF4-FFF2-40B4-BE49-F238E27FC236}">
                <a16:creationId xmlns:a16="http://schemas.microsoft.com/office/drawing/2014/main" id="{F1B100D2-7252-4E97-9978-BB88299AE575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481138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7" name="Line 79">
            <a:extLst>
              <a:ext uri="{FF2B5EF4-FFF2-40B4-BE49-F238E27FC236}">
                <a16:creationId xmlns:a16="http://schemas.microsoft.com/office/drawing/2014/main" id="{59971F5D-0B8A-4A8B-96F5-D99A0FC67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8" name="Line 81">
            <a:extLst>
              <a:ext uri="{FF2B5EF4-FFF2-40B4-BE49-F238E27FC236}">
                <a16:creationId xmlns:a16="http://schemas.microsoft.com/office/drawing/2014/main" id="{21BC0764-4CE6-4390-BBD7-656C32333A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599" name="Line 83">
            <a:extLst>
              <a:ext uri="{FF2B5EF4-FFF2-40B4-BE49-F238E27FC236}">
                <a16:creationId xmlns:a16="http://schemas.microsoft.com/office/drawing/2014/main" id="{9C1076ED-593D-4160-B400-C95FDDD59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0" name="Line 85">
            <a:extLst>
              <a:ext uri="{FF2B5EF4-FFF2-40B4-BE49-F238E27FC236}">
                <a16:creationId xmlns:a16="http://schemas.microsoft.com/office/drawing/2014/main" id="{BFB572CC-E59C-472B-9640-4462DE54EE9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1" name="Line 87">
            <a:extLst>
              <a:ext uri="{FF2B5EF4-FFF2-40B4-BE49-F238E27FC236}">
                <a16:creationId xmlns:a16="http://schemas.microsoft.com/office/drawing/2014/main" id="{5151857A-52AC-40F4-B45C-10DCDE1ECDC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2" name="Line 89">
            <a:extLst>
              <a:ext uri="{FF2B5EF4-FFF2-40B4-BE49-F238E27FC236}">
                <a16:creationId xmlns:a16="http://schemas.microsoft.com/office/drawing/2014/main" id="{BBA1BA98-4650-4446-8279-4F376E5A758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3" name="Line 91">
            <a:extLst>
              <a:ext uri="{FF2B5EF4-FFF2-40B4-BE49-F238E27FC236}">
                <a16:creationId xmlns:a16="http://schemas.microsoft.com/office/drawing/2014/main" id="{1E7BD90F-9A42-4292-A2A3-38CE1525767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4" name="Line 93">
            <a:extLst>
              <a:ext uri="{FF2B5EF4-FFF2-40B4-BE49-F238E27FC236}">
                <a16:creationId xmlns:a16="http://schemas.microsoft.com/office/drawing/2014/main" id="{3A204BFA-C14F-4625-B276-857DCD59255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5" name="Line 95">
            <a:extLst>
              <a:ext uri="{FF2B5EF4-FFF2-40B4-BE49-F238E27FC236}">
                <a16:creationId xmlns:a16="http://schemas.microsoft.com/office/drawing/2014/main" id="{734054D5-7AB7-463A-994D-4B3539951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830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6" name="Line 97">
            <a:extLst>
              <a:ext uri="{FF2B5EF4-FFF2-40B4-BE49-F238E27FC236}">
                <a16:creationId xmlns:a16="http://schemas.microsoft.com/office/drawing/2014/main" id="{502D88D6-5981-48FB-BD97-F55D3FDCEF4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830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607" name="Line 99">
            <a:extLst>
              <a:ext uri="{FF2B5EF4-FFF2-40B4-BE49-F238E27FC236}">
                <a16:creationId xmlns:a16="http://schemas.microsoft.com/office/drawing/2014/main" id="{A9D3A0B3-5FF6-4DAC-925C-0BFAE6E784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4251325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" name="Line 27">
            <a:extLst>
              <a:ext uri="{FF2B5EF4-FFF2-40B4-BE49-F238E27FC236}">
                <a16:creationId xmlns:a16="http://schemas.microsoft.com/office/drawing/2014/main" id="{3B8FD2F3-5F5E-407D-843B-31198DA56004}"/>
              </a:ext>
            </a:extLst>
          </p:cNvPr>
          <p:cNvSpPr>
            <a:spLocks noChangeShapeType="1"/>
          </p:cNvSpPr>
          <p:nvPr/>
        </p:nvSpPr>
        <p:spPr bwMode="auto">
          <a:xfrm>
            <a:off x="940409" y="46053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" name="Line 135">
            <a:extLst>
              <a:ext uri="{FF2B5EF4-FFF2-40B4-BE49-F238E27FC236}">
                <a16:creationId xmlns:a16="http://schemas.microsoft.com/office/drawing/2014/main" id="{C0CA839A-7E4E-4936-969F-CF4E1F2CFAF1}"/>
              </a:ext>
            </a:extLst>
          </p:cNvPr>
          <p:cNvSpPr>
            <a:spLocks noChangeShapeType="1"/>
          </p:cNvSpPr>
          <p:nvPr/>
        </p:nvSpPr>
        <p:spPr bwMode="auto">
          <a:xfrm>
            <a:off x="1792897" y="4605338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grpSp>
        <p:nvGrpSpPr>
          <p:cNvPr id="35" name="Group 150">
            <a:extLst>
              <a:ext uri="{FF2B5EF4-FFF2-40B4-BE49-F238E27FC236}">
                <a16:creationId xmlns:a16="http://schemas.microsoft.com/office/drawing/2014/main" id="{0BCAF282-FFE8-4F3B-A0A5-3312EB2D72D8}"/>
              </a:ext>
            </a:extLst>
          </p:cNvPr>
          <p:cNvGrpSpPr>
            <a:grpSpLocks/>
          </p:cNvGrpSpPr>
          <p:nvPr/>
        </p:nvGrpSpPr>
        <p:grpSpPr bwMode="auto">
          <a:xfrm>
            <a:off x="1604528" y="4957763"/>
            <a:ext cx="5356225" cy="1763713"/>
            <a:chOff x="703" y="2606"/>
            <a:chExt cx="3374" cy="1111"/>
          </a:xfrm>
        </p:grpSpPr>
        <p:sp>
          <p:nvSpPr>
            <p:cNvPr id="36" name="Line 139">
              <a:extLst>
                <a:ext uri="{FF2B5EF4-FFF2-40B4-BE49-F238E27FC236}">
                  <a16:creationId xmlns:a16="http://schemas.microsoft.com/office/drawing/2014/main" id="{019BC4A9-3488-4E41-83F2-A4F15D0E7E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1" y="3273"/>
              <a:ext cx="3127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7" name="Line 140">
              <a:extLst>
                <a:ext uri="{FF2B5EF4-FFF2-40B4-BE49-F238E27FC236}">
                  <a16:creationId xmlns:a16="http://schemas.microsoft.com/office/drawing/2014/main" id="{093EBEAA-04D4-4EDE-A274-52C16D743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6" y="3191"/>
              <a:ext cx="0" cy="14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38" name="Text Box 141">
              <a:extLst>
                <a:ext uri="{FF2B5EF4-FFF2-40B4-BE49-F238E27FC236}">
                  <a16:creationId xmlns:a16="http://schemas.microsoft.com/office/drawing/2014/main" id="{9F797980-B228-45D3-930C-A8B93D6A5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3" y="3429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i="1">
                  <a:latin typeface="Times New Roman" panose="02020603050405020304" pitchFamily="18" charset="0"/>
                  <a:cs typeface="Times New Roman" panose="02020603050405020304" pitchFamily="18" charset="0"/>
                </a:rPr>
                <a:t>x</a:t>
              </a:r>
              <a:endParaRPr lang="en-GB" altLang="en-US" sz="2400" i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9" name="Text Box 142">
              <a:extLst>
                <a:ext uri="{FF2B5EF4-FFF2-40B4-BE49-F238E27FC236}">
                  <a16:creationId xmlns:a16="http://schemas.microsoft.com/office/drawing/2014/main" id="{201EF27F-1355-42FD-B31F-72FE69EF61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91" y="3427"/>
              <a:ext cx="38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en-GB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0" name="Oval 143">
              <a:extLst>
                <a:ext uri="{FF2B5EF4-FFF2-40B4-BE49-F238E27FC236}">
                  <a16:creationId xmlns:a16="http://schemas.microsoft.com/office/drawing/2014/main" id="{09CB57BF-06A4-46E8-B5B8-BB0DF3B9B9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6" y="2999"/>
              <a:ext cx="73" cy="64"/>
            </a:xfrm>
            <a:prstGeom prst="ellips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1" name="Line 144">
              <a:extLst>
                <a:ext uri="{FF2B5EF4-FFF2-40B4-BE49-F238E27FC236}">
                  <a16:creationId xmlns:a16="http://schemas.microsoft.com/office/drawing/2014/main" id="{28B3D4C7-6A03-4B13-8E81-F9585BB137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2" y="3026"/>
              <a:ext cx="154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2" name="Text Box 145">
              <a:extLst>
                <a:ext uri="{FF2B5EF4-FFF2-40B4-BE49-F238E27FC236}">
                  <a16:creationId xmlns:a16="http://schemas.microsoft.com/office/drawing/2014/main" id="{FB68E4FA-58D5-4115-9803-93535C4E1D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78" y="2606"/>
              <a:ext cx="1262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-109" charset="0"/>
                  <a:cs typeface="Times New Roman" pitchFamily="-109" charset="0"/>
                </a:rPr>
                <a:t>x </a:t>
              </a:r>
              <a:r>
                <a:rPr lang="en-US" sz="2400" dirty="0">
                  <a:solidFill>
                    <a:srgbClr val="FF33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-109" charset="0"/>
                  <a:cs typeface="Times New Roman" pitchFamily="-109" charset="0"/>
                </a:rPr>
                <a:t>&gt; 2</a:t>
              </a:r>
              <a:endParaRPr lang="en-GB" sz="2400" dirty="0"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-109" charset="0"/>
                <a:cs typeface="Times New Roman" pitchFamily="-109" charset="0"/>
              </a:endParaRPr>
            </a:p>
          </p:txBody>
        </p:sp>
        <p:sp>
          <p:nvSpPr>
            <p:cNvPr id="43" name="Oval 146">
              <a:extLst>
                <a:ext uri="{FF2B5EF4-FFF2-40B4-BE49-F238E27FC236}">
                  <a16:creationId xmlns:a16="http://schemas.microsoft.com/office/drawing/2014/main" id="{1B6AC0E2-9630-4321-A72A-A43CC93CB3CC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2250" y="3135"/>
              <a:ext cx="73" cy="64"/>
            </a:xfrm>
            <a:prstGeom prst="ellips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en-US" altLang="en-US" sz="1800"/>
            </a:p>
          </p:txBody>
        </p:sp>
        <p:sp>
          <p:nvSpPr>
            <p:cNvPr id="44" name="Line 147">
              <a:extLst>
                <a:ext uri="{FF2B5EF4-FFF2-40B4-BE49-F238E27FC236}">
                  <a16:creationId xmlns:a16="http://schemas.microsoft.com/office/drawing/2014/main" id="{123466C4-06B8-4A2A-9255-A764751EADA7}"/>
                </a:ext>
              </a:extLst>
            </p:cNvPr>
            <p:cNvSpPr>
              <a:spLocks noChangeShapeType="1"/>
            </p:cNvSpPr>
            <p:nvPr/>
          </p:nvSpPr>
          <p:spPr bwMode="auto">
            <a:xfrm rot="10800000">
              <a:off x="703" y="3162"/>
              <a:ext cx="1546" cy="0"/>
            </a:xfrm>
            <a:prstGeom prst="line">
              <a:avLst/>
            </a:prstGeom>
            <a:noFill/>
            <a:ln w="38100">
              <a:solidFill>
                <a:srgbClr val="CCCC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SG"/>
            </a:p>
          </p:txBody>
        </p:sp>
        <p:sp>
          <p:nvSpPr>
            <p:cNvPr id="45" name="Text Box 148">
              <a:extLst>
                <a:ext uri="{FF2B5EF4-FFF2-40B4-BE49-F238E27FC236}">
                  <a16:creationId xmlns:a16="http://schemas.microsoft.com/office/drawing/2014/main" id="{EC57C303-5284-492C-AD88-FC27FB5F25E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2790"/>
              <a:ext cx="92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endPara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6" name="Text Box 149">
              <a:extLst>
                <a:ext uri="{FF2B5EF4-FFF2-40B4-BE49-F238E27FC236}">
                  <a16:creationId xmlns:a16="http://schemas.microsoft.com/office/drawing/2014/main" id="{B63F2008-36E8-4272-9EE5-A678AA899C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76" y="2790"/>
              <a:ext cx="774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  <a:defRPr/>
              </a:pPr>
              <a:r>
                <a:rPr lang="en-US" sz="2400" i="1" dirty="0">
                  <a:solidFill>
                    <a:srgbClr val="CCCC00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  <a:latin typeface="Times New Roman" pitchFamily="-109" charset="0"/>
                  <a:cs typeface="Times New Roman" pitchFamily="-109" charset="0"/>
                </a:rPr>
                <a:t>x &lt; 2</a:t>
              </a:r>
              <a:endParaRPr lang="en-GB" sz="2400" dirty="0">
                <a:solidFill>
                  <a:srgbClr val="CCCC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-109" charset="0"/>
                <a:cs typeface="Times New Roman" pitchFamily="-109" charset="0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4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4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4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4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4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4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4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234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4536" grpId="0"/>
      <p:bldP spid="234534" grpId="0"/>
      <p:bldP spid="234531" grpId="0"/>
      <p:bldP spid="234529" grpId="0"/>
      <p:bldP spid="234506" grpId="0"/>
      <p:bldP spid="234505" grpId="0"/>
      <p:bldP spid="234504" grpId="0"/>
      <p:bldP spid="23450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99A145A9-7BB6-427F-9CCD-B6D56004CF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Negation: Truth Table</a:t>
            </a:r>
            <a:endParaRPr lang="en-GB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652" name="Rectangle 3">
            <a:extLst>
              <a:ext uri="{FF2B5EF4-FFF2-40B4-BE49-F238E27FC236}">
                <a16:creationId xmlns:a16="http://schemas.microsoft.com/office/drawing/2014/main" id="{7A4FA1D8-821D-43D5-AC5C-0D52515B582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negation: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be a statement.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1378" name="Group 18">
            <a:extLst>
              <a:ext uri="{FF2B5EF4-FFF2-40B4-BE49-F238E27FC236}">
                <a16:creationId xmlns:a16="http://schemas.microsoft.com/office/drawing/2014/main" id="{95C2713B-831A-445D-AE29-4329992D1A9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3067050" y="2963863"/>
          <a:ext cx="2717800" cy="1374776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~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7650" name="Slide Number Placeholder 6">
            <a:extLst>
              <a:ext uri="{FF2B5EF4-FFF2-40B4-BE49-F238E27FC236}">
                <a16:creationId xmlns:a16="http://schemas.microsoft.com/office/drawing/2014/main" id="{A21AD541-55F3-4D68-8D8A-1912C2683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D14CD02-9BFB-44FC-B333-0AAF598D72F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GB" altLang="en-US" sz="14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5" name="Rectangle 2">
            <a:extLst>
              <a:ext uri="{FF2B5EF4-FFF2-40B4-BE49-F238E27FC236}">
                <a16:creationId xmlns:a16="http://schemas.microsoft.com/office/drawing/2014/main" id="{D4C049FE-8CFB-42A7-BD00-78DCD51C4A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Negation: Notes</a:t>
            </a:r>
            <a:endParaRPr lang="en-GB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4739" name="Rectangle 3">
            <a:extLst>
              <a:ext uri="{FF2B5EF4-FFF2-40B4-BE49-F238E27FC236}">
                <a16:creationId xmlns:a16="http://schemas.microsoft.com/office/drawing/2014/main" id="{EA1BB912-0FE9-4AA6-8BE4-DD4897E3B6FB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	 In some books 1 is used for T and 0 is used for F.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 	The truth table for ~ tells us that for any statement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	exactly one of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true.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So if we want to prove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true, we have two methods: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Start with some facts and end up proving 		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 a direct step-by-step manner.</a:t>
            </a:r>
          </a:p>
          <a:p>
            <a:pPr marL="0" indent="0" eaLnBrk="1" hangingPunct="1">
              <a:buFontTx/>
              <a:buNone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Indirect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Don’t prove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true directly, but prove 			that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false.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This is how logic is used in ‘doing’ Mathematics.</a:t>
            </a:r>
          </a:p>
        </p:txBody>
      </p:sp>
      <p:sp>
        <p:nvSpPr>
          <p:cNvPr id="28674" name="Slide Number Placeholder 6">
            <a:extLst>
              <a:ext uri="{FF2B5EF4-FFF2-40B4-BE49-F238E27FC236}">
                <a16:creationId xmlns:a16="http://schemas.microsoft.com/office/drawing/2014/main" id="{9A6B00E5-BD00-4456-9822-428902D03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B7072A9-04D1-4B99-AB6E-D3F1106512DB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447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47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447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447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473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>
            <a:extLst>
              <a:ext uri="{FF2B5EF4-FFF2-40B4-BE49-F238E27FC236}">
                <a16:creationId xmlns:a16="http://schemas.microsoft.com/office/drawing/2014/main" id="{395249CB-B5BC-45CE-8D78-59082F64E9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Negation: Notes</a:t>
            </a:r>
            <a:endParaRPr lang="en-GB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5763" name="Rectangle 3">
            <a:extLst>
              <a:ext uri="{FF2B5EF4-FFF2-40B4-BE49-F238E27FC236}">
                <a16:creationId xmlns:a16="http://schemas.microsoft.com/office/drawing/2014/main" id="{D924E4E3-2AC9-4ADA-8B4F-AAFD4059815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	Generally, brackets are left out around ’~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’. Thus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means 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and not 	~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This is similar to arithmetic where –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means (-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	and not –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</p:txBody>
      </p:sp>
      <p:sp>
        <p:nvSpPr>
          <p:cNvPr id="29698" name="Slide Number Placeholder 6">
            <a:extLst>
              <a:ext uri="{FF2B5EF4-FFF2-40B4-BE49-F238E27FC236}">
                <a16:creationId xmlns:a16="http://schemas.microsoft.com/office/drawing/2014/main" id="{DEA8394C-0E4F-4599-B2A3-89B50B2F8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A2E256E-7098-4547-817B-EDCB71B34DEB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2457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500" fill="hold"/>
                                        <p:tgtEl>
                                          <p:spTgt spid="2457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0066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>
            <a:extLst>
              <a:ext uri="{FF2B5EF4-FFF2-40B4-BE49-F238E27FC236}">
                <a16:creationId xmlns:a16="http://schemas.microsoft.com/office/drawing/2014/main" id="{F70A66C4-FEC1-4095-99AA-54CA2537DC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Disjunction: </a:t>
            </a:r>
            <a:r>
              <a:rPr lang="en-US" altLang="en-US" sz="3600" b="1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3600" b="1" i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44F04349-DCC9-4D97-A5E5-48C446D66D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Disjunction is when the two statements are connected with the word ‘or’, that is, one or the other is considered. 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746" name="Slide Number Placeholder 6">
            <a:extLst>
              <a:ext uri="{FF2B5EF4-FFF2-40B4-BE49-F238E27FC236}">
                <a16:creationId xmlns:a16="http://schemas.microsoft.com/office/drawing/2014/main" id="{1E79B31C-A91F-4A83-B5CB-63EF6AAC3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31224-5DD6-4959-B19D-E5E56F498E92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GB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>
            <a:extLst>
              <a:ext uri="{FF2B5EF4-FFF2-40B4-BE49-F238E27FC236}">
                <a16:creationId xmlns:a16="http://schemas.microsoft.com/office/drawing/2014/main" id="{4D6692F5-B73B-4635-B0FA-5FB28BED4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Disjunction: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0" name="Slide Number Placeholder 6">
            <a:extLst>
              <a:ext uri="{FF2B5EF4-FFF2-40B4-BE49-F238E27FC236}">
                <a16:creationId xmlns:a16="http://schemas.microsoft.com/office/drawing/2014/main" id="{99F0AE70-9D36-4FC8-8C80-8C1A4A1EB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90ADA9-77EE-4194-AB1E-7DB4036014F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GB" altLang="en-US" sz="1400"/>
          </a:p>
        </p:txBody>
      </p:sp>
      <p:sp>
        <p:nvSpPr>
          <p:cNvPr id="32772" name="Rectangle 39">
            <a:extLst>
              <a:ext uri="{FF2B5EF4-FFF2-40B4-BE49-F238E27FC236}">
                <a16:creationId xmlns:a16="http://schemas.microsoft.com/office/drawing/2014/main" id="{9A58822A-A474-4E9D-8C6C-4AF64E58F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783013"/>
            <a:ext cx="57991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3" name="Rectangle 38">
            <a:extLst>
              <a:ext uri="{FF2B5EF4-FFF2-40B4-BE49-F238E27FC236}">
                <a16:creationId xmlns:a16="http://schemas.microsoft.com/office/drawing/2014/main" id="{D6516C00-C718-4ED8-BF83-E7DEAF3A3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83013"/>
            <a:ext cx="2360613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932" name="Rectangle 4">
            <a:extLst>
              <a:ext uri="{FF2B5EF4-FFF2-40B4-BE49-F238E27FC236}">
                <a16:creationId xmlns:a16="http://schemas.microsoft.com/office/drawing/2014/main" id="{E7F95468-7D63-4B5F-A5C7-2080F4F84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847975"/>
            <a:ext cx="57991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(2 + 3 = 5)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 + 3 = 6)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933" name="Rectangle 5">
            <a:extLst>
              <a:ext uri="{FF2B5EF4-FFF2-40B4-BE49-F238E27FC236}">
                <a16:creationId xmlns:a16="http://schemas.microsoft.com/office/drawing/2014/main" id="{8AB01EE4-90B1-430E-99B4-BE261D54E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877343"/>
            <a:ext cx="23606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7" name="Rectangle 7">
            <a:extLst>
              <a:ext uri="{FF2B5EF4-FFF2-40B4-BE49-F238E27FC236}">
                <a16:creationId xmlns:a16="http://schemas.microsoft.com/office/drawing/2014/main" id="{4C802265-6DA4-4CB8-9881-E7071402D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6288"/>
            <a:ext cx="23606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78" name="Rectangle 8">
            <a:extLst>
              <a:ext uri="{FF2B5EF4-FFF2-40B4-BE49-F238E27FC236}">
                <a16:creationId xmlns:a16="http://schemas.microsoft.com/office/drawing/2014/main" id="{6131C09B-9C04-426D-917B-018BD182D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4251325"/>
            <a:ext cx="57991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2779" name="Rectangle 9">
            <a:extLst>
              <a:ext uri="{FF2B5EF4-FFF2-40B4-BE49-F238E27FC236}">
                <a16:creationId xmlns:a16="http://schemas.microsoft.com/office/drawing/2014/main" id="{283E1A66-2F2A-434A-8F6C-6C164FF9F2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251325"/>
            <a:ext cx="23606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2938" name="Rectangle 10">
            <a:extLst>
              <a:ext uri="{FF2B5EF4-FFF2-40B4-BE49-F238E27FC236}">
                <a16:creationId xmlns:a16="http://schemas.microsoft.com/office/drawing/2014/main" id="{4BD7FCAB-F181-4DF0-9A3F-20DCB7415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392363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2 + 3 = 5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 + 3 = 6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1" name="Rectangle 11">
            <a:extLst>
              <a:ext uri="{FF2B5EF4-FFF2-40B4-BE49-F238E27FC236}">
                <a16:creationId xmlns:a16="http://schemas.microsoft.com/office/drawing/2014/main" id="{82BEFE14-F60A-4196-9A91-263F505569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2" name="Rectangle 12">
            <a:extLst>
              <a:ext uri="{FF2B5EF4-FFF2-40B4-BE49-F238E27FC236}">
                <a16:creationId xmlns:a16="http://schemas.microsoft.com/office/drawing/2014/main" id="{27DB00CF-F1B2-4E2D-8496-54ABD682E7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936750"/>
            <a:ext cx="57991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2 + 3 = 6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3" name="Rectangle 13">
            <a:extLst>
              <a:ext uri="{FF2B5EF4-FFF2-40B4-BE49-F238E27FC236}">
                <a16:creationId xmlns:a16="http://schemas.microsoft.com/office/drawing/2014/main" id="{CC7D847B-5276-422E-89E8-19DCABA722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23606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4" name="Rectangle 14">
            <a:extLst>
              <a:ext uri="{FF2B5EF4-FFF2-40B4-BE49-F238E27FC236}">
                <a16:creationId xmlns:a16="http://schemas.microsoft.com/office/drawing/2014/main" id="{235CAD0D-BD72-48AB-98A0-758F6AEBE9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481138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2 + 3 = 5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5" name="Rectangle 15">
            <a:extLst>
              <a:ext uri="{FF2B5EF4-FFF2-40B4-BE49-F238E27FC236}">
                <a16:creationId xmlns:a16="http://schemas.microsoft.com/office/drawing/2014/main" id="{CC09759F-9006-4A7F-83CC-04954EE1B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786" name="Line 16">
            <a:extLst>
              <a:ext uri="{FF2B5EF4-FFF2-40B4-BE49-F238E27FC236}">
                <a16:creationId xmlns:a16="http://schemas.microsoft.com/office/drawing/2014/main" id="{9E9A7FFA-DC84-4CB2-AAC0-745DE8DB48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87" name="Line 17">
            <a:extLst>
              <a:ext uri="{FF2B5EF4-FFF2-40B4-BE49-F238E27FC236}">
                <a16:creationId xmlns:a16="http://schemas.microsoft.com/office/drawing/2014/main" id="{FD08EE3A-AF48-46A8-8D85-52C729E65D9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719638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88" name="Line 18">
            <a:extLst>
              <a:ext uri="{FF2B5EF4-FFF2-40B4-BE49-F238E27FC236}">
                <a16:creationId xmlns:a16="http://schemas.microsoft.com/office/drawing/2014/main" id="{32500887-733A-4517-9090-9FA772CBFD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89" name="Line 19">
            <a:extLst>
              <a:ext uri="{FF2B5EF4-FFF2-40B4-BE49-F238E27FC236}">
                <a16:creationId xmlns:a16="http://schemas.microsoft.com/office/drawing/2014/main" id="{206C9116-2264-43A1-B534-A2D2A4FA4A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0" name="Line 20">
            <a:extLst>
              <a:ext uri="{FF2B5EF4-FFF2-40B4-BE49-F238E27FC236}">
                <a16:creationId xmlns:a16="http://schemas.microsoft.com/office/drawing/2014/main" id="{51B9CB54-2FC5-422C-8143-E67671622861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481138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1" name="Line 21">
            <a:extLst>
              <a:ext uri="{FF2B5EF4-FFF2-40B4-BE49-F238E27FC236}">
                <a16:creationId xmlns:a16="http://schemas.microsoft.com/office/drawing/2014/main" id="{17383CF0-62DD-4691-87AD-03DF5BC138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2" name="Line 22">
            <a:extLst>
              <a:ext uri="{FF2B5EF4-FFF2-40B4-BE49-F238E27FC236}">
                <a16:creationId xmlns:a16="http://schemas.microsoft.com/office/drawing/2014/main" id="{CCFB5AB7-ACFE-43BC-B544-9474CD8ABA2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3" name="Line 23">
            <a:extLst>
              <a:ext uri="{FF2B5EF4-FFF2-40B4-BE49-F238E27FC236}">
                <a16:creationId xmlns:a16="http://schemas.microsoft.com/office/drawing/2014/main" id="{0C3666EA-33F9-4D48-A8C6-7DDD4B59AA3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4" name="Line 24">
            <a:extLst>
              <a:ext uri="{FF2B5EF4-FFF2-40B4-BE49-F238E27FC236}">
                <a16:creationId xmlns:a16="http://schemas.microsoft.com/office/drawing/2014/main" id="{23CB5E58-0719-40DB-81E8-84610785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5" name="Line 25">
            <a:extLst>
              <a:ext uri="{FF2B5EF4-FFF2-40B4-BE49-F238E27FC236}">
                <a16:creationId xmlns:a16="http://schemas.microsoft.com/office/drawing/2014/main" id="{6DA06617-5F68-4D39-8B83-AAB095E0F55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6" name="Line 26">
            <a:extLst>
              <a:ext uri="{FF2B5EF4-FFF2-40B4-BE49-F238E27FC236}">
                <a16:creationId xmlns:a16="http://schemas.microsoft.com/office/drawing/2014/main" id="{26C04026-CDFA-4A08-95E9-00DA10D1CA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7" name="Line 27">
            <a:extLst>
              <a:ext uri="{FF2B5EF4-FFF2-40B4-BE49-F238E27FC236}">
                <a16:creationId xmlns:a16="http://schemas.microsoft.com/office/drawing/2014/main" id="{C5B12DD8-7559-46AE-86F6-C7689B391C9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8" name="Line 28">
            <a:extLst>
              <a:ext uri="{FF2B5EF4-FFF2-40B4-BE49-F238E27FC236}">
                <a16:creationId xmlns:a16="http://schemas.microsoft.com/office/drawing/2014/main" id="{663819FB-3449-4EC8-A0EF-160C2590458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799" name="Line 29">
            <a:extLst>
              <a:ext uri="{FF2B5EF4-FFF2-40B4-BE49-F238E27FC236}">
                <a16:creationId xmlns:a16="http://schemas.microsoft.com/office/drawing/2014/main" id="{0620D48D-9FEF-4439-9D70-FC78CCA08C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83013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800" name="Line 30">
            <a:extLst>
              <a:ext uri="{FF2B5EF4-FFF2-40B4-BE49-F238E27FC236}">
                <a16:creationId xmlns:a16="http://schemas.microsoft.com/office/drawing/2014/main" id="{EC5CD0C6-83A3-4D11-A297-EDE2A7290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83013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801" name="Line 31">
            <a:extLst>
              <a:ext uri="{FF2B5EF4-FFF2-40B4-BE49-F238E27FC236}">
                <a16:creationId xmlns:a16="http://schemas.microsoft.com/office/drawing/2014/main" id="{56A36A90-A16E-4DD4-A521-258CCB8BE94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4719638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2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529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52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2932" grpId="0"/>
      <p:bldP spid="252933" grpId="0"/>
      <p:bldP spid="2529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5" name="Rectangle 2">
            <a:extLst>
              <a:ext uri="{FF2B5EF4-FFF2-40B4-BE49-F238E27FC236}">
                <a16:creationId xmlns:a16="http://schemas.microsoft.com/office/drawing/2014/main" id="{1391AE45-6AC7-490E-BBA6-986D04C698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3794" name="Slide Number Placeholder 6">
            <a:extLst>
              <a:ext uri="{FF2B5EF4-FFF2-40B4-BE49-F238E27FC236}">
                <a16:creationId xmlns:a16="http://schemas.microsoft.com/office/drawing/2014/main" id="{A3DC9F0E-4FAD-4480-9891-C73E3D526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B5AF7DC-CEDF-407F-A0EC-3FE64857306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GB" altLang="en-US" sz="1400"/>
          </a:p>
        </p:txBody>
      </p:sp>
      <p:sp>
        <p:nvSpPr>
          <p:cNvPr id="337924" name="Rectangle 4">
            <a:extLst>
              <a:ext uri="{FF2B5EF4-FFF2-40B4-BE49-F238E27FC236}">
                <a16:creationId xmlns:a16="http://schemas.microsoft.com/office/drawing/2014/main" id="{21CAE6EE-79A3-4F98-A721-825C0108E5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763838"/>
            <a:ext cx="7307262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am catching the bus home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am catching the train home.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7" name="Rectangle 5">
            <a:extLst>
              <a:ext uri="{FF2B5EF4-FFF2-40B4-BE49-F238E27FC236}">
                <a16:creationId xmlns:a16="http://schemas.microsoft.com/office/drawing/2014/main" id="{D0D9BA65-195C-41AB-9C7D-89D31CCCA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8" name="Rectangle 7">
            <a:extLst>
              <a:ext uri="{FF2B5EF4-FFF2-40B4-BE49-F238E27FC236}">
                <a16:creationId xmlns:a16="http://schemas.microsoft.com/office/drawing/2014/main" id="{88CE66F0-0A1D-43D3-ACF7-E77EC0C48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799" name="Rectangle 8">
            <a:extLst>
              <a:ext uri="{FF2B5EF4-FFF2-40B4-BE49-F238E27FC236}">
                <a16:creationId xmlns:a16="http://schemas.microsoft.com/office/drawing/2014/main" id="{2F7D9D7D-6D2E-4D0D-8FF1-661F551EE1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0" name="Rectangle 9">
            <a:extLst>
              <a:ext uri="{FF2B5EF4-FFF2-40B4-BE49-F238E27FC236}">
                <a16:creationId xmlns:a16="http://schemas.microsoft.com/office/drawing/2014/main" id="{1A330EB7-A187-4742-84CE-D526A4537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Write the following statement using the connective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.</a:t>
            </a:r>
          </a:p>
        </p:txBody>
      </p:sp>
      <p:sp>
        <p:nvSpPr>
          <p:cNvPr id="33801" name="Rectangle 11">
            <a:extLst>
              <a:ext uri="{FF2B5EF4-FFF2-40B4-BE49-F238E27FC236}">
                <a16:creationId xmlns:a16="http://schemas.microsoft.com/office/drawing/2014/main" id="{2CE73AE2-AA57-4CE9-B02B-036E1322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2" name="Rectangle 12">
            <a:extLst>
              <a:ext uri="{FF2B5EF4-FFF2-40B4-BE49-F238E27FC236}">
                <a16:creationId xmlns:a16="http://schemas.microsoft.com/office/drawing/2014/main" id="{00F28521-52B2-4D0D-B370-D3A91DA34B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am catching the bus or train home.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3" name="Rectangle 13">
            <a:extLst>
              <a:ext uri="{FF2B5EF4-FFF2-40B4-BE49-F238E27FC236}">
                <a16:creationId xmlns:a16="http://schemas.microsoft.com/office/drawing/2014/main" id="{82AF54F4-EE29-4E8F-B7C0-8E9ADB9BA3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4" name="Rectangle 14">
            <a:extLst>
              <a:ext uri="{FF2B5EF4-FFF2-40B4-BE49-F238E27FC236}">
                <a16:creationId xmlns:a16="http://schemas.microsoft.com/office/drawing/2014/main" id="{5A7DDA7C-E41B-464B-A007-59139C575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805" name="Line 15">
            <a:extLst>
              <a:ext uri="{FF2B5EF4-FFF2-40B4-BE49-F238E27FC236}">
                <a16:creationId xmlns:a16="http://schemas.microsoft.com/office/drawing/2014/main" id="{81E00815-17D6-4234-AEEA-155C359489C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06" name="Line 16">
            <a:extLst>
              <a:ext uri="{FF2B5EF4-FFF2-40B4-BE49-F238E27FC236}">
                <a16:creationId xmlns:a16="http://schemas.microsoft.com/office/drawing/2014/main" id="{2B57D77A-6FB2-4970-B94D-1D0F888E1EF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07" name="Line 17">
            <a:extLst>
              <a:ext uri="{FF2B5EF4-FFF2-40B4-BE49-F238E27FC236}">
                <a16:creationId xmlns:a16="http://schemas.microsoft.com/office/drawing/2014/main" id="{69057793-D04A-43AC-9454-E6F78AD4894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08" name="Line 18">
            <a:extLst>
              <a:ext uri="{FF2B5EF4-FFF2-40B4-BE49-F238E27FC236}">
                <a16:creationId xmlns:a16="http://schemas.microsoft.com/office/drawing/2014/main" id="{7764E542-B3E3-4FD7-AD32-7C0D29395B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09" name="Line 19">
            <a:extLst>
              <a:ext uri="{FF2B5EF4-FFF2-40B4-BE49-F238E27FC236}">
                <a16:creationId xmlns:a16="http://schemas.microsoft.com/office/drawing/2014/main" id="{FF16432B-1D9E-4F23-AEEF-D1B5C91FFF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0" name="Line 20">
            <a:extLst>
              <a:ext uri="{FF2B5EF4-FFF2-40B4-BE49-F238E27FC236}">
                <a16:creationId xmlns:a16="http://schemas.microsoft.com/office/drawing/2014/main" id="{60DA661F-C36D-46B1-8F91-BA21B87F784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1" name="Line 21">
            <a:extLst>
              <a:ext uri="{FF2B5EF4-FFF2-40B4-BE49-F238E27FC236}">
                <a16:creationId xmlns:a16="http://schemas.microsoft.com/office/drawing/2014/main" id="{8CC272B8-2C6B-4EB5-822C-A781F01FA0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2" name="Line 22">
            <a:extLst>
              <a:ext uri="{FF2B5EF4-FFF2-40B4-BE49-F238E27FC236}">
                <a16:creationId xmlns:a16="http://schemas.microsoft.com/office/drawing/2014/main" id="{22AF9BF1-9A7D-439D-BB02-9082BFF8E6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3" name="Line 23">
            <a:extLst>
              <a:ext uri="{FF2B5EF4-FFF2-40B4-BE49-F238E27FC236}">
                <a16:creationId xmlns:a16="http://schemas.microsoft.com/office/drawing/2014/main" id="{C9101408-6B76-483C-BC96-2DE691FD2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4" name="Line 24">
            <a:extLst>
              <a:ext uri="{FF2B5EF4-FFF2-40B4-BE49-F238E27FC236}">
                <a16:creationId xmlns:a16="http://schemas.microsoft.com/office/drawing/2014/main" id="{327AF16E-21FA-4B0D-9577-D13050A011C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5" name="Line 25">
            <a:extLst>
              <a:ext uri="{FF2B5EF4-FFF2-40B4-BE49-F238E27FC236}">
                <a16:creationId xmlns:a16="http://schemas.microsoft.com/office/drawing/2014/main" id="{0B875B2A-73FE-42D0-A3EA-C760D1E798B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6" name="Line 26">
            <a:extLst>
              <a:ext uri="{FF2B5EF4-FFF2-40B4-BE49-F238E27FC236}">
                <a16:creationId xmlns:a16="http://schemas.microsoft.com/office/drawing/2014/main" id="{87849055-FD31-49C5-87E9-1F27E95D6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7" name="Line 27">
            <a:extLst>
              <a:ext uri="{FF2B5EF4-FFF2-40B4-BE49-F238E27FC236}">
                <a16:creationId xmlns:a16="http://schemas.microsoft.com/office/drawing/2014/main" id="{686DCADE-21D3-4666-AB6D-A310E4CB8AA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818" name="Line 28">
            <a:extLst>
              <a:ext uri="{FF2B5EF4-FFF2-40B4-BE49-F238E27FC236}">
                <a16:creationId xmlns:a16="http://schemas.microsoft.com/office/drawing/2014/main" id="{8C66F5F1-5F29-4483-8295-6E34E5E0392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3797300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37949" name="Text Box 29">
            <a:extLst>
              <a:ext uri="{FF2B5EF4-FFF2-40B4-BE49-F238E27FC236}">
                <a16:creationId xmlns:a16="http://schemas.microsoft.com/office/drawing/2014/main" id="{ABE027C0-B35F-487C-9B13-6ACA851A7C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5100" y="4167188"/>
            <a:ext cx="6650038" cy="118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</a:rPr>
              <a:t>Note that connectives are allowed only between complete statements, and not between sentence fragments.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337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37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24" grpId="0"/>
      <p:bldP spid="33794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>
            <a:extLst>
              <a:ext uri="{FF2B5EF4-FFF2-40B4-BE49-F238E27FC236}">
                <a16:creationId xmlns:a16="http://schemas.microsoft.com/office/drawing/2014/main" id="{075C0FED-9A0C-40AA-802E-6DB577019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818" name="Slide Number Placeholder 6">
            <a:extLst>
              <a:ext uri="{FF2B5EF4-FFF2-40B4-BE49-F238E27FC236}">
                <a16:creationId xmlns:a16="http://schemas.microsoft.com/office/drawing/2014/main" id="{37C46BE4-2768-46D7-90A6-AC4A9A19B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A95CC72-1E98-431F-A7C0-25EBEDD6843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GB" altLang="en-US" sz="1400"/>
          </a:p>
        </p:txBody>
      </p:sp>
      <p:sp>
        <p:nvSpPr>
          <p:cNvPr id="34820" name="Rectangle 48">
            <a:extLst>
              <a:ext uri="{FF2B5EF4-FFF2-40B4-BE49-F238E27FC236}">
                <a16:creationId xmlns:a16="http://schemas.microsoft.com/office/drawing/2014/main" id="{B5592BD9-360B-4D5C-92DF-A36013526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32898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821" name="Rectangle 46">
            <a:extLst>
              <a:ext uri="{FF2B5EF4-FFF2-40B4-BE49-F238E27FC236}">
                <a16:creationId xmlns:a16="http://schemas.microsoft.com/office/drawing/2014/main" id="{17AF344D-7BB3-4E35-93AB-4B41BE2F9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2" name="Rectangle 44">
            <a:extLst>
              <a:ext uri="{FF2B5EF4-FFF2-40B4-BE49-F238E27FC236}">
                <a16:creationId xmlns:a16="http://schemas.microsoft.com/office/drawing/2014/main" id="{712EDA58-9D97-4FA1-820D-AB9025D22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897" name="Rectangle 41">
            <a:extLst>
              <a:ext uri="{FF2B5EF4-FFF2-40B4-BE49-F238E27FC236}">
                <a16:creationId xmlns:a16="http://schemas.microsoft.com/office/drawing/2014/main" id="{410E472F-5492-4932-833A-0C7767243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09733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the square of an integer.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895" name="Rectangle 39">
            <a:extLst>
              <a:ext uri="{FF2B5EF4-FFF2-40B4-BE49-F238E27FC236}">
                <a16:creationId xmlns:a16="http://schemas.microsoft.com/office/drawing/2014/main" id="{1802F413-A3D9-4325-89FB-70939AE37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09733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5" name="Rectangle 37">
            <a:extLst>
              <a:ext uri="{FF2B5EF4-FFF2-40B4-BE49-F238E27FC236}">
                <a16:creationId xmlns:a16="http://schemas.microsoft.com/office/drawing/2014/main" id="{6676B3EB-A7B4-4905-9161-96A118AA53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890" name="Rectangle 34">
            <a:extLst>
              <a:ext uri="{FF2B5EF4-FFF2-40B4-BE49-F238E27FC236}">
                <a16:creationId xmlns:a16="http://schemas.microsoft.com/office/drawing/2014/main" id="{CC36C7F9-A9B2-4504-88FD-4644A97142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56565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prime.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7" name="Rectangle 32">
            <a:extLst>
              <a:ext uri="{FF2B5EF4-FFF2-40B4-BE49-F238E27FC236}">
                <a16:creationId xmlns:a16="http://schemas.microsoft.com/office/drawing/2014/main" id="{31329D90-C519-430F-BCAD-4B14F2A6A2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565650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8" name="Rectangle 30">
            <a:extLst>
              <a:ext uri="{FF2B5EF4-FFF2-40B4-BE49-F238E27FC236}">
                <a16:creationId xmlns:a16="http://schemas.microsoft.com/office/drawing/2014/main" id="{301D8FD7-64FA-4CFD-9A5E-31454B451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26561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29" name="Rectangle 4">
            <a:extLst>
              <a:ext uri="{FF2B5EF4-FFF2-40B4-BE49-F238E27FC236}">
                <a16:creationId xmlns:a16="http://schemas.microsoft.com/office/drawing/2014/main" id="{A993955B-4CC7-4309-9D80-B0A3B95088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3923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830" name="Rectangle 5">
            <a:extLst>
              <a:ext uri="{FF2B5EF4-FFF2-40B4-BE49-F238E27FC236}">
                <a16:creationId xmlns:a16="http://schemas.microsoft.com/office/drawing/2014/main" id="{6638071E-8C93-4611-9439-DFD356346D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1" name="Rectangle 6">
            <a:extLst>
              <a:ext uri="{FF2B5EF4-FFF2-40B4-BE49-F238E27FC236}">
                <a16:creationId xmlns:a16="http://schemas.microsoft.com/office/drawing/2014/main" id="{596CF657-7254-42AC-B8E4-E27FAFA2EE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9863" name="Rectangle 7">
            <a:extLst>
              <a:ext uri="{FF2B5EF4-FFF2-40B4-BE49-F238E27FC236}">
                <a16:creationId xmlns:a16="http://schemas.microsoft.com/office/drawing/2014/main" id="{8C73DB1A-4FB4-439F-BA23-582B0B11C5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86067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or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4833" name="Rectangle 8">
            <a:extLst>
              <a:ext uri="{FF2B5EF4-FFF2-40B4-BE49-F238E27FC236}">
                <a16:creationId xmlns:a16="http://schemas.microsoft.com/office/drawing/2014/main" id="{F682E331-ABFF-4B54-92AB-27E88BC7C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4" name="Rectangle 9">
            <a:extLst>
              <a:ext uri="{FF2B5EF4-FFF2-40B4-BE49-F238E27FC236}">
                <a16:creationId xmlns:a16="http://schemas.microsoft.com/office/drawing/2014/main" id="{1A0B5631-F9B6-4BDC-A8B3-932B04032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5" name="Rectangle 10">
            <a:extLst>
              <a:ext uri="{FF2B5EF4-FFF2-40B4-BE49-F238E27FC236}">
                <a16:creationId xmlns:a16="http://schemas.microsoft.com/office/drawing/2014/main" id="{FB440FF1-01CA-4DD3-B1E5-F5D193EC51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50339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6" name="Rectangle 11">
            <a:extLst>
              <a:ext uri="{FF2B5EF4-FFF2-40B4-BE49-F238E27FC236}">
                <a16:creationId xmlns:a16="http://schemas.microsoft.com/office/drawing/2014/main" id="{BADEE4CF-ABD7-4098-9637-CF1C47BAD7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37" name="Rectangle 12">
            <a:extLst>
              <a:ext uri="{FF2B5EF4-FFF2-40B4-BE49-F238E27FC236}">
                <a16:creationId xmlns:a16="http://schemas.microsoft.com/office/drawing/2014/main" id="{8CCA765C-5799-421E-B9EC-A7AFFAA71E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the statements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write down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49869" name="Rectangle 13">
            <a:extLst>
              <a:ext uri="{FF2B5EF4-FFF2-40B4-BE49-F238E27FC236}">
                <a16:creationId xmlns:a16="http://schemas.microsoft.com/office/drawing/2014/main" id="{F626FDCA-B120-4594-A7F7-8109E0A51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50339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the square of an integer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or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prime.</a:t>
            </a:r>
          </a:p>
        </p:txBody>
      </p:sp>
      <p:sp>
        <p:nvSpPr>
          <p:cNvPr id="34839" name="Rectangle 14">
            <a:extLst>
              <a:ext uri="{FF2B5EF4-FFF2-40B4-BE49-F238E27FC236}">
                <a16:creationId xmlns:a16="http://schemas.microsoft.com/office/drawing/2014/main" id="{B6B5531D-1DDD-4992-BE56-4EBF1C5D4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73392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40" name="Rectangle 15">
            <a:extLst>
              <a:ext uri="{FF2B5EF4-FFF2-40B4-BE49-F238E27FC236}">
                <a16:creationId xmlns:a16="http://schemas.microsoft.com/office/drawing/2014/main" id="{A86378A7-D02E-4328-9620-D461418FF8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</a:t>
            </a:r>
          </a:p>
        </p:txBody>
      </p:sp>
      <p:sp>
        <p:nvSpPr>
          <p:cNvPr id="34841" name="Rectangle 16">
            <a:extLst>
              <a:ext uri="{FF2B5EF4-FFF2-40B4-BE49-F238E27FC236}">
                <a16:creationId xmlns:a16="http://schemas.microsoft.com/office/drawing/2014/main" id="{4FEB00B3-63EA-4A71-998F-AEF8A2206F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42" name="Rectangle 17">
            <a:extLst>
              <a:ext uri="{FF2B5EF4-FFF2-40B4-BE49-F238E27FC236}">
                <a16:creationId xmlns:a16="http://schemas.microsoft.com/office/drawing/2014/main" id="{AD7C0516-B6D6-4547-9B43-6EE7AD4D0E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843" name="Line 18">
            <a:extLst>
              <a:ext uri="{FF2B5EF4-FFF2-40B4-BE49-F238E27FC236}">
                <a16:creationId xmlns:a16="http://schemas.microsoft.com/office/drawing/2014/main" id="{3E76AEAB-E769-42B8-B03E-2F3C10DCE8F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4" name="Line 19">
            <a:extLst>
              <a:ext uri="{FF2B5EF4-FFF2-40B4-BE49-F238E27FC236}">
                <a16:creationId xmlns:a16="http://schemas.microsoft.com/office/drawing/2014/main" id="{C2571E88-D84A-44D1-ABD4-C80ACAB21F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2022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5" name="Line 20">
            <a:extLst>
              <a:ext uri="{FF2B5EF4-FFF2-40B4-BE49-F238E27FC236}">
                <a16:creationId xmlns:a16="http://schemas.microsoft.com/office/drawing/2014/main" id="{7930F9E9-C1FD-4419-96EA-2040737521D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6" name="Line 21">
            <a:extLst>
              <a:ext uri="{FF2B5EF4-FFF2-40B4-BE49-F238E27FC236}">
                <a16:creationId xmlns:a16="http://schemas.microsoft.com/office/drawing/2014/main" id="{DA9482C7-C204-4049-A818-70E429709C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7" name="Line 51">
            <a:extLst>
              <a:ext uri="{FF2B5EF4-FFF2-40B4-BE49-F238E27FC236}">
                <a16:creationId xmlns:a16="http://schemas.microsoft.com/office/drawing/2014/main" id="{BCE4FA7A-097F-4D6A-83EC-7E8EDFE8813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8" name="Line 52">
            <a:extLst>
              <a:ext uri="{FF2B5EF4-FFF2-40B4-BE49-F238E27FC236}">
                <a16:creationId xmlns:a16="http://schemas.microsoft.com/office/drawing/2014/main" id="{F84391AA-B70F-48F2-BDCC-CCF01CE04BF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49" name="Line 54">
            <a:extLst>
              <a:ext uri="{FF2B5EF4-FFF2-40B4-BE49-F238E27FC236}">
                <a16:creationId xmlns:a16="http://schemas.microsoft.com/office/drawing/2014/main" id="{8256441E-3984-417D-A49C-390A2DAD4BE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0" name="Line 56">
            <a:extLst>
              <a:ext uri="{FF2B5EF4-FFF2-40B4-BE49-F238E27FC236}">
                <a16:creationId xmlns:a16="http://schemas.microsoft.com/office/drawing/2014/main" id="{FA9AAC21-C196-4FBC-B5FE-E4A25C17DC0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1" name="Line 60">
            <a:extLst>
              <a:ext uri="{FF2B5EF4-FFF2-40B4-BE49-F238E27FC236}">
                <a16:creationId xmlns:a16="http://schemas.microsoft.com/office/drawing/2014/main" id="{5077A693-A262-44B2-95C4-44F702A3F04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2" name="Line 62">
            <a:extLst>
              <a:ext uri="{FF2B5EF4-FFF2-40B4-BE49-F238E27FC236}">
                <a16:creationId xmlns:a16="http://schemas.microsoft.com/office/drawing/2014/main" id="{F257D2A5-7917-4B0F-9B94-F1DF9230343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3" name="Line 66">
            <a:extLst>
              <a:ext uri="{FF2B5EF4-FFF2-40B4-BE49-F238E27FC236}">
                <a16:creationId xmlns:a16="http://schemas.microsoft.com/office/drawing/2014/main" id="{E17703B9-FADA-4F51-98B3-BEC62BC8CC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4" name="Line 68">
            <a:extLst>
              <a:ext uri="{FF2B5EF4-FFF2-40B4-BE49-F238E27FC236}">
                <a16:creationId xmlns:a16="http://schemas.microsoft.com/office/drawing/2014/main" id="{DBB04606-7D35-4013-B1AB-9E6A5EEA071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5" name="Line 72">
            <a:extLst>
              <a:ext uri="{FF2B5EF4-FFF2-40B4-BE49-F238E27FC236}">
                <a16:creationId xmlns:a16="http://schemas.microsoft.com/office/drawing/2014/main" id="{2B762474-5A99-4F0B-A6BD-068EEBC89CC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6" name="Line 74">
            <a:extLst>
              <a:ext uri="{FF2B5EF4-FFF2-40B4-BE49-F238E27FC236}">
                <a16:creationId xmlns:a16="http://schemas.microsoft.com/office/drawing/2014/main" id="{5EAB5685-F3F7-4295-82D7-81454415BC1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7" name="Line 78">
            <a:extLst>
              <a:ext uri="{FF2B5EF4-FFF2-40B4-BE49-F238E27FC236}">
                <a16:creationId xmlns:a16="http://schemas.microsoft.com/office/drawing/2014/main" id="{7B416C72-D623-4986-BDEB-0305D6438A5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8" name="Line 80">
            <a:extLst>
              <a:ext uri="{FF2B5EF4-FFF2-40B4-BE49-F238E27FC236}">
                <a16:creationId xmlns:a16="http://schemas.microsoft.com/office/drawing/2014/main" id="{FEFE2C2B-9C09-4C9E-B1B5-167D237443C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656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59" name="Line 84">
            <a:extLst>
              <a:ext uri="{FF2B5EF4-FFF2-40B4-BE49-F238E27FC236}">
                <a16:creationId xmlns:a16="http://schemas.microsoft.com/office/drawing/2014/main" id="{6CAFE2EC-EC6A-4170-B424-692AF198CB2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2656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60" name="Line 86">
            <a:extLst>
              <a:ext uri="{FF2B5EF4-FFF2-40B4-BE49-F238E27FC236}">
                <a16:creationId xmlns:a16="http://schemas.microsoft.com/office/drawing/2014/main" id="{14989053-7296-4178-B447-3CC2A180E42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73392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61" name="Line 90">
            <a:extLst>
              <a:ext uri="{FF2B5EF4-FFF2-40B4-BE49-F238E27FC236}">
                <a16:creationId xmlns:a16="http://schemas.microsoft.com/office/drawing/2014/main" id="{112CCB0A-B053-4809-901F-F80FEE9EAC3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73392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62" name="Line 92">
            <a:extLst>
              <a:ext uri="{FF2B5EF4-FFF2-40B4-BE49-F238E27FC236}">
                <a16:creationId xmlns:a16="http://schemas.microsoft.com/office/drawing/2014/main" id="{E43A90B8-50EC-45C5-9CD3-155E23DDA408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5502275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4863" name="Line 94">
            <a:extLst>
              <a:ext uri="{FF2B5EF4-FFF2-40B4-BE49-F238E27FC236}">
                <a16:creationId xmlns:a16="http://schemas.microsoft.com/office/drawing/2014/main" id="{A1E59A41-DAEA-4BC3-B09F-53A7D80E5892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5202238"/>
            <a:ext cx="64801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49952" name="Rectangle 96">
            <a:extLst>
              <a:ext uri="{FF2B5EF4-FFF2-40B4-BE49-F238E27FC236}">
                <a16:creationId xmlns:a16="http://schemas.microsoft.com/office/drawing/2014/main" id="{0E8F96D7-650E-4DEE-88DC-7A3E6B0076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5350" y="550703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the square of an integer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prime.</a:t>
            </a:r>
          </a:p>
        </p:txBody>
      </p:sp>
      <p:sp>
        <p:nvSpPr>
          <p:cNvPr id="249953" name="Rectangle 97">
            <a:extLst>
              <a:ext uri="{FF2B5EF4-FFF2-40B4-BE49-F238E27FC236}">
                <a16:creationId xmlns:a16="http://schemas.microsoft.com/office/drawing/2014/main" id="{9D94B75E-2A12-4666-8D90-017C651612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8213" y="333375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498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49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49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49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249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249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4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897" grpId="0"/>
      <p:bldP spid="249895" grpId="0"/>
      <p:bldP spid="249890" grpId="0"/>
      <p:bldP spid="249863" grpId="0"/>
      <p:bldP spid="249869" grpId="0"/>
      <p:bldP spid="249952" grpId="0"/>
      <p:bldP spid="249953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3" name="Rectangle 2">
            <a:extLst>
              <a:ext uri="{FF2B5EF4-FFF2-40B4-BE49-F238E27FC236}">
                <a16:creationId xmlns:a16="http://schemas.microsoft.com/office/drawing/2014/main" id="{D2B83521-4E55-496A-8A11-17C220B133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Disjunction: Truth Table</a:t>
            </a:r>
            <a:endParaRPr lang="en-US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AE31C735-50C1-4755-B43B-A6E99D2631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Disjunction: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 statements.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2414" name="Group 30">
            <a:extLst>
              <a:ext uri="{FF2B5EF4-FFF2-40B4-BE49-F238E27FC236}">
                <a16:creationId xmlns:a16="http://schemas.microsoft.com/office/drawing/2014/main" id="{90953C76-C3BD-414B-ACAB-1182730A5763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695575" y="3035300"/>
          <a:ext cx="4076700" cy="2292352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Q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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842" name="Slide Number Placeholder 6">
            <a:extLst>
              <a:ext uri="{FF2B5EF4-FFF2-40B4-BE49-F238E27FC236}">
                <a16:creationId xmlns:a16="http://schemas.microsoft.com/office/drawing/2014/main" id="{8A4BA39D-1D31-40BA-848D-A746A5CDE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CC2F9FB-7753-429C-9162-AB5C1096833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GB" altLang="en-US" sz="1400"/>
          </a:p>
        </p:txBody>
      </p:sp>
      <p:sp>
        <p:nvSpPr>
          <p:cNvPr id="272415" name="Rectangle 31">
            <a:extLst>
              <a:ext uri="{FF2B5EF4-FFF2-40B4-BE49-F238E27FC236}">
                <a16:creationId xmlns:a16="http://schemas.microsoft.com/office/drawing/2014/main" id="{B4D61D99-ABC0-4BC1-ABF3-6C9FA11ED9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4848225"/>
            <a:ext cx="4079875" cy="463550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72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241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2">
            <a:extLst>
              <a:ext uri="{FF2B5EF4-FFF2-40B4-BE49-F238E27FC236}">
                <a16:creationId xmlns:a16="http://schemas.microsoft.com/office/drawing/2014/main" id="{4B650D21-5F9B-4C34-A3A1-49CDFA7719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Disjunction: Notes</a:t>
            </a:r>
            <a:endParaRPr lang="en-US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6868" name="Rectangle 3">
            <a:extLst>
              <a:ext uri="{FF2B5EF4-FFF2-40B4-BE49-F238E27FC236}">
                <a16:creationId xmlns:a16="http://schemas.microsoft.com/office/drawing/2014/main" id="{F7D1876E-5346-422D-8BAA-E64872EF4515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 	It is important that you notice the order of the rows in a 	truth table. We will </a:t>
            </a: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always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start our truth tables with the 	maximum number of T’s in the top left of the table.</a:t>
            </a:r>
          </a:p>
        </p:txBody>
      </p:sp>
      <p:sp>
        <p:nvSpPr>
          <p:cNvPr id="36866" name="Slide Number Placeholder 6">
            <a:extLst>
              <a:ext uri="{FF2B5EF4-FFF2-40B4-BE49-F238E27FC236}">
                <a16:creationId xmlns:a16="http://schemas.microsoft.com/office/drawing/2014/main" id="{4A518CB9-D642-470D-9ED4-E23B056B5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0617512-763D-45B2-BE80-7A069CF0126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GB" altLang="en-US" sz="14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2">
            <a:extLst>
              <a:ext uri="{FF2B5EF4-FFF2-40B4-BE49-F238E27FC236}">
                <a16:creationId xmlns:a16="http://schemas.microsoft.com/office/drawing/2014/main" id="{C1D24E68-C575-46F4-A24D-7B11B5BF60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14" name="Slide Number Placeholder 6">
            <a:extLst>
              <a:ext uri="{FF2B5EF4-FFF2-40B4-BE49-F238E27FC236}">
                <a16:creationId xmlns:a16="http://schemas.microsoft.com/office/drawing/2014/main" id="{D1C89ED3-6369-42F3-B403-9F2BE583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5FAA9D5-725E-494E-AD37-41E899C7342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GB" altLang="en-US" sz="1400"/>
          </a:p>
        </p:txBody>
      </p:sp>
      <p:sp>
        <p:nvSpPr>
          <p:cNvPr id="38916" name="Rectangle 4">
            <a:extLst>
              <a:ext uri="{FF2B5EF4-FFF2-40B4-BE49-F238E27FC236}">
                <a16:creationId xmlns:a16="http://schemas.microsoft.com/office/drawing/2014/main" id="{8BF632AD-4D85-4320-BBC1-33AD0CBCD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3328988"/>
            <a:ext cx="23002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17" name="Rectangle 5">
            <a:extLst>
              <a:ext uri="{FF2B5EF4-FFF2-40B4-BE49-F238E27FC236}">
                <a16:creationId xmlns:a16="http://schemas.microsoft.com/office/drawing/2014/main" id="{8A29E2DA-A5BA-43D2-9C3C-951AC70A6F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50069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8" name="Rectangle 6">
            <a:extLst>
              <a:ext uri="{FF2B5EF4-FFF2-40B4-BE49-F238E27FC236}">
                <a16:creationId xmlns:a16="http://schemas.microsoft.com/office/drawing/2014/main" id="{5E6BC2BD-A27E-444A-9EBC-E214FDA7E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887" name="Rectangle 7">
            <a:extLst>
              <a:ext uri="{FF2B5EF4-FFF2-40B4-BE49-F238E27FC236}">
                <a16:creationId xmlns:a16="http://schemas.microsoft.com/office/drawing/2014/main" id="{D305CBAA-EB2E-4685-ADB0-8229FFBD6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3797300"/>
            <a:ext cx="23002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False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0888" name="Rectangle 8">
            <a:extLst>
              <a:ext uri="{FF2B5EF4-FFF2-40B4-BE49-F238E27FC236}">
                <a16:creationId xmlns:a16="http://schemas.microsoft.com/office/drawing/2014/main" id="{4F389C69-C727-498B-B1E9-79D4C07138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97300"/>
            <a:ext cx="50069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&lt; 1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22 &lt; 11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0889" name="Rectangle 9">
            <a:extLst>
              <a:ext uri="{FF2B5EF4-FFF2-40B4-BE49-F238E27FC236}">
                <a16:creationId xmlns:a16="http://schemas.microsoft.com/office/drawing/2014/main" id="{85933BC4-270F-4C44-9962-9A2407837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2" name="Rectangle 13">
            <a:extLst>
              <a:ext uri="{FF2B5EF4-FFF2-40B4-BE49-F238E27FC236}">
                <a16:creationId xmlns:a16="http://schemas.microsoft.com/office/drawing/2014/main" id="{27A4A6F5-B8DF-45E3-B83B-7FA88978B3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2392363"/>
            <a:ext cx="23002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8923" name="Rectangle 14">
            <a:extLst>
              <a:ext uri="{FF2B5EF4-FFF2-40B4-BE49-F238E27FC236}">
                <a16:creationId xmlns:a16="http://schemas.microsoft.com/office/drawing/2014/main" id="{FE8F854D-6BCE-44C8-98F8-F9EAB7A01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50069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4" name="Rectangle 15">
            <a:extLst>
              <a:ext uri="{FF2B5EF4-FFF2-40B4-BE49-F238E27FC236}">
                <a16:creationId xmlns:a16="http://schemas.microsoft.com/office/drawing/2014/main" id="{DD002A94-F4F3-4389-9802-22610638E8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0896" name="Rectangle 16">
            <a:extLst>
              <a:ext uri="{FF2B5EF4-FFF2-40B4-BE49-F238E27FC236}">
                <a16:creationId xmlns:a16="http://schemas.microsoft.com/office/drawing/2014/main" id="{2F41E317-5717-491F-BAE3-070D00484B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2860675"/>
            <a:ext cx="23002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True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0897" name="Rectangle 17">
            <a:extLst>
              <a:ext uri="{FF2B5EF4-FFF2-40B4-BE49-F238E27FC236}">
                <a16:creationId xmlns:a16="http://schemas.microsoft.com/office/drawing/2014/main" id="{2D34200B-0973-41E1-B74B-D676149DD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50069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 is odd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5 is odd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0898" name="Rectangle 18">
            <a:extLst>
              <a:ext uri="{FF2B5EF4-FFF2-40B4-BE49-F238E27FC236}">
                <a16:creationId xmlns:a16="http://schemas.microsoft.com/office/drawing/2014/main" id="{A2997A4C-A88B-4FDD-85F9-24202D03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28" name="Rectangle 20">
            <a:extLst>
              <a:ext uri="{FF2B5EF4-FFF2-40B4-BE49-F238E27FC236}">
                <a16:creationId xmlns:a16="http://schemas.microsoft.com/office/drawing/2014/main" id="{A077BCDC-13BF-4799-9695-B738E1EC3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50069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 &gt; 1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+ 1)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+ 2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+ 1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0904" name="Rectangle 24">
            <a:extLst>
              <a:ext uri="{FF2B5EF4-FFF2-40B4-BE49-F238E27FC236}">
                <a16:creationId xmlns:a16="http://schemas.microsoft.com/office/drawing/2014/main" id="{38EA4A72-F5CC-477A-AB5E-C14B66421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6513" y="1936750"/>
            <a:ext cx="23002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True</a:t>
            </a:r>
          </a:p>
        </p:txBody>
      </p:sp>
      <p:sp>
        <p:nvSpPr>
          <p:cNvPr id="38930" name="Rectangle 25">
            <a:extLst>
              <a:ext uri="{FF2B5EF4-FFF2-40B4-BE49-F238E27FC236}">
                <a16:creationId xmlns:a16="http://schemas.microsoft.com/office/drawing/2014/main" id="{12A5793D-6248-4EB7-8F34-4BD2646EE9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31" name="Rectangle 26">
            <a:extLst>
              <a:ext uri="{FF2B5EF4-FFF2-40B4-BE49-F238E27FC236}">
                <a16:creationId xmlns:a16="http://schemas.microsoft.com/office/drawing/2014/main" id="{6440EF24-E535-430B-8AEF-F9B1D5FA96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1597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Write down the truth value of the following statements.</a:t>
            </a:r>
          </a:p>
        </p:txBody>
      </p:sp>
      <p:sp>
        <p:nvSpPr>
          <p:cNvPr id="38932" name="Line 27">
            <a:extLst>
              <a:ext uri="{FF2B5EF4-FFF2-40B4-BE49-F238E27FC236}">
                <a16:creationId xmlns:a16="http://schemas.microsoft.com/office/drawing/2014/main" id="{9379FDAA-2E67-4814-AA9A-EAA54FA70EE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1597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3" name="Line 28">
            <a:extLst>
              <a:ext uri="{FF2B5EF4-FFF2-40B4-BE49-F238E27FC236}">
                <a16:creationId xmlns:a16="http://schemas.microsoft.com/office/drawing/2014/main" id="{7F0D5415-FA40-4587-A016-CAD500B6DA1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52913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4" name="Line 29">
            <a:extLst>
              <a:ext uri="{FF2B5EF4-FFF2-40B4-BE49-F238E27FC236}">
                <a16:creationId xmlns:a16="http://schemas.microsoft.com/office/drawing/2014/main" id="{ADC63860-DA81-42D3-AC69-C5631214EBD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5" name="Line 30">
            <a:extLst>
              <a:ext uri="{FF2B5EF4-FFF2-40B4-BE49-F238E27FC236}">
                <a16:creationId xmlns:a16="http://schemas.microsoft.com/office/drawing/2014/main" id="{88525BE6-75AD-4A85-BD00-86E4FBE1BCA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6" name="Line 55">
            <a:extLst>
              <a:ext uri="{FF2B5EF4-FFF2-40B4-BE49-F238E27FC236}">
                <a16:creationId xmlns:a16="http://schemas.microsoft.com/office/drawing/2014/main" id="{95FC0CF1-971A-4544-99DF-E9EB5AD8F16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7" name="Line 56">
            <a:extLst>
              <a:ext uri="{FF2B5EF4-FFF2-40B4-BE49-F238E27FC236}">
                <a16:creationId xmlns:a16="http://schemas.microsoft.com/office/drawing/2014/main" id="{2A41FBD5-3A9C-4A7A-A2A1-5FC7192744A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8" name="Line 58">
            <a:extLst>
              <a:ext uri="{FF2B5EF4-FFF2-40B4-BE49-F238E27FC236}">
                <a16:creationId xmlns:a16="http://schemas.microsoft.com/office/drawing/2014/main" id="{4E1FC16C-9EB1-4130-B008-754CC33BCFD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39" name="Line 62">
            <a:extLst>
              <a:ext uri="{FF2B5EF4-FFF2-40B4-BE49-F238E27FC236}">
                <a16:creationId xmlns:a16="http://schemas.microsoft.com/office/drawing/2014/main" id="{F14384C9-D068-448C-857D-A65B93A2667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0" name="Line 64">
            <a:extLst>
              <a:ext uri="{FF2B5EF4-FFF2-40B4-BE49-F238E27FC236}">
                <a16:creationId xmlns:a16="http://schemas.microsoft.com/office/drawing/2014/main" id="{7F76693B-71EA-4307-B893-2C7E0B38D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1" name="Line 68">
            <a:extLst>
              <a:ext uri="{FF2B5EF4-FFF2-40B4-BE49-F238E27FC236}">
                <a16:creationId xmlns:a16="http://schemas.microsoft.com/office/drawing/2014/main" id="{C43CB766-07F8-4A96-915A-7F2FF0C752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2" name="Line 70">
            <a:extLst>
              <a:ext uri="{FF2B5EF4-FFF2-40B4-BE49-F238E27FC236}">
                <a16:creationId xmlns:a16="http://schemas.microsoft.com/office/drawing/2014/main" id="{08A51EFA-05A4-4002-A978-43F5583500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3" name="Line 74">
            <a:extLst>
              <a:ext uri="{FF2B5EF4-FFF2-40B4-BE49-F238E27FC236}">
                <a16:creationId xmlns:a16="http://schemas.microsoft.com/office/drawing/2014/main" id="{DB07CD5E-A3F2-4C03-B7B3-E5DF094E39C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4" name="Line 76">
            <a:extLst>
              <a:ext uri="{FF2B5EF4-FFF2-40B4-BE49-F238E27FC236}">
                <a16:creationId xmlns:a16="http://schemas.microsoft.com/office/drawing/2014/main" id="{95401F17-55FB-43BA-B84D-5523DF317D1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5" name="Line 80">
            <a:extLst>
              <a:ext uri="{FF2B5EF4-FFF2-40B4-BE49-F238E27FC236}">
                <a16:creationId xmlns:a16="http://schemas.microsoft.com/office/drawing/2014/main" id="{1297D75A-0D77-4583-AC06-48857B2992F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973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6" name="Line 82">
            <a:extLst>
              <a:ext uri="{FF2B5EF4-FFF2-40B4-BE49-F238E27FC236}">
                <a16:creationId xmlns:a16="http://schemas.microsoft.com/office/drawing/2014/main" id="{6E1A09FA-F674-4158-BADB-975CF201A181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4252913"/>
            <a:ext cx="50069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8947" name="Line 84">
            <a:extLst>
              <a:ext uri="{FF2B5EF4-FFF2-40B4-BE49-F238E27FC236}">
                <a16:creationId xmlns:a16="http://schemas.microsoft.com/office/drawing/2014/main" id="{233BC42E-CA1C-42C2-87DF-E7A98585766F}"/>
              </a:ext>
            </a:extLst>
          </p:cNvPr>
          <p:cNvSpPr>
            <a:spLocks noChangeShapeType="1"/>
          </p:cNvSpPr>
          <p:nvPr/>
        </p:nvSpPr>
        <p:spPr bwMode="auto">
          <a:xfrm>
            <a:off x="6386513" y="4252913"/>
            <a:ext cx="23002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09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50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50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50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250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2508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50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0887" grpId="0"/>
      <p:bldP spid="250888" grpId="0"/>
      <p:bldP spid="250889" grpId="0"/>
      <p:bldP spid="250896" grpId="0"/>
      <p:bldP spid="250897" grpId="0"/>
      <p:bldP spid="250898" grpId="0"/>
      <p:bldP spid="250904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>
            <a:extLst>
              <a:ext uri="{FF2B5EF4-FFF2-40B4-BE49-F238E27FC236}">
                <a16:creationId xmlns:a16="http://schemas.microsoft.com/office/drawing/2014/main" id="{6E481790-D1A9-418B-8564-AD7F3E087B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Conjunction: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8BDBA1A6-62B0-490A-824B-E7A0B4470F7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Conjunction is when the two statements are connected with the word ‘and’, that is, both statements are considered. 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938" name="Slide Number Placeholder 6">
            <a:extLst>
              <a:ext uri="{FF2B5EF4-FFF2-40B4-BE49-F238E27FC236}">
                <a16:creationId xmlns:a16="http://schemas.microsoft.com/office/drawing/2014/main" id="{3C4E3A04-4D31-43F4-BEF3-F3C909B4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F2F8D87-E678-446E-8B58-586E724ABD5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GB" altLang="en-US" sz="14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>
            <a:extLst>
              <a:ext uri="{FF2B5EF4-FFF2-40B4-BE49-F238E27FC236}">
                <a16:creationId xmlns:a16="http://schemas.microsoft.com/office/drawing/2014/main" id="{05B1D0EE-6B44-4BC8-85DC-884AF79E6C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Conjunction: Examples</a:t>
            </a:r>
            <a:endParaRPr lang="en-GB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2" name="Slide Number Placeholder 6">
            <a:extLst>
              <a:ext uri="{FF2B5EF4-FFF2-40B4-BE49-F238E27FC236}">
                <a16:creationId xmlns:a16="http://schemas.microsoft.com/office/drawing/2014/main" id="{7502136A-5F74-4212-BB56-F5F92F38D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C92F81-B8DB-4C81-8AA5-DBA1EEE1BC51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GB" altLang="en-US" sz="1400"/>
          </a:p>
        </p:txBody>
      </p:sp>
      <p:sp>
        <p:nvSpPr>
          <p:cNvPr id="253956" name="Rectangle 4">
            <a:extLst>
              <a:ext uri="{FF2B5EF4-FFF2-40B4-BE49-F238E27FC236}">
                <a16:creationId xmlns:a16="http://schemas.microsoft.com/office/drawing/2014/main" id="{445B2071-1E16-4AF2-A3B4-8CCE82FC6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783013"/>
            <a:ext cx="57991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-1 &lt;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 2 ?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0965" name="Rectangle 5">
            <a:extLst>
              <a:ext uri="{FF2B5EF4-FFF2-40B4-BE49-F238E27FC236}">
                <a16:creationId xmlns:a16="http://schemas.microsoft.com/office/drawing/2014/main" id="{8BCBE270-DDE3-4EFE-8333-2434EED08C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83013"/>
            <a:ext cx="2360613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958" name="Rectangle 6">
            <a:extLst>
              <a:ext uri="{FF2B5EF4-FFF2-40B4-BE49-F238E27FC236}">
                <a16:creationId xmlns:a16="http://schemas.microsoft.com/office/drawing/2014/main" id="{15955910-3063-4540-9BD3-EA3C894F0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847975"/>
            <a:ext cx="57991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&lt; 2)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&gt; -1)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959" name="Rectangle 7">
            <a:extLst>
              <a:ext uri="{FF2B5EF4-FFF2-40B4-BE49-F238E27FC236}">
                <a16:creationId xmlns:a16="http://schemas.microsoft.com/office/drawing/2014/main" id="{F2948F5C-D853-4A1B-9A5F-D4680D6098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993" y="2835274"/>
            <a:ext cx="23606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960" name="Rectangle 8">
            <a:extLst>
              <a:ext uri="{FF2B5EF4-FFF2-40B4-BE49-F238E27FC236}">
                <a16:creationId xmlns:a16="http://schemas.microsoft.com/office/drawing/2014/main" id="{CF191771-3FE8-474F-ACC7-2FD2A43CBB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3316288"/>
            <a:ext cx="5799137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Can this be simplified?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69" name="Rectangle 9">
            <a:extLst>
              <a:ext uri="{FF2B5EF4-FFF2-40B4-BE49-F238E27FC236}">
                <a16:creationId xmlns:a16="http://schemas.microsoft.com/office/drawing/2014/main" id="{847DF149-46EF-4A1D-A62C-275FA3ADD7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6288"/>
            <a:ext cx="2360613" cy="46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964" name="Rectangle 12">
            <a:extLst>
              <a:ext uri="{FF2B5EF4-FFF2-40B4-BE49-F238E27FC236}">
                <a16:creationId xmlns:a16="http://schemas.microsoft.com/office/drawing/2014/main" id="{4A64BD07-9624-46BF-B2A6-E0004F6CC6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2392363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&lt; 2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&gt; -1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3965" name="Rectangle 13">
            <a:extLst>
              <a:ext uri="{FF2B5EF4-FFF2-40B4-BE49-F238E27FC236}">
                <a16:creationId xmlns:a16="http://schemas.microsoft.com/office/drawing/2014/main" id="{49F15E45-20DD-449D-9DCB-47C7F9D763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2" name="Rectangle 14">
            <a:extLst>
              <a:ext uri="{FF2B5EF4-FFF2-40B4-BE49-F238E27FC236}">
                <a16:creationId xmlns:a16="http://schemas.microsoft.com/office/drawing/2014/main" id="{5BC4013F-4B66-43FD-8B86-9FD809120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936750"/>
            <a:ext cx="57991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&gt; -1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3" name="Rectangle 15">
            <a:extLst>
              <a:ext uri="{FF2B5EF4-FFF2-40B4-BE49-F238E27FC236}">
                <a16:creationId xmlns:a16="http://schemas.microsoft.com/office/drawing/2014/main" id="{D3EB0BC9-9EF7-4BC1-B39C-F0DF3F22B0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2360613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4" name="Rectangle 16">
            <a:extLst>
              <a:ext uri="{FF2B5EF4-FFF2-40B4-BE49-F238E27FC236}">
                <a16:creationId xmlns:a16="http://schemas.microsoft.com/office/drawing/2014/main" id="{E08BFF79-101A-4A3F-B3BF-75A243F395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87663" y="1481138"/>
            <a:ext cx="57991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&lt; 2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5" name="Rectangle 17">
            <a:extLst>
              <a:ext uri="{FF2B5EF4-FFF2-40B4-BE49-F238E27FC236}">
                <a16:creationId xmlns:a16="http://schemas.microsoft.com/office/drawing/2014/main" id="{C388890B-F953-4DAF-86E3-0792F366DE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2360613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76" name="Line 18">
            <a:extLst>
              <a:ext uri="{FF2B5EF4-FFF2-40B4-BE49-F238E27FC236}">
                <a16:creationId xmlns:a16="http://schemas.microsoft.com/office/drawing/2014/main" id="{236E9696-9641-410B-BD98-809B1E58AB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77" name="Line 19">
            <a:extLst>
              <a:ext uri="{FF2B5EF4-FFF2-40B4-BE49-F238E27FC236}">
                <a16:creationId xmlns:a16="http://schemas.microsoft.com/office/drawing/2014/main" id="{5445BB8F-4DFA-4A64-8E7B-290488A0E34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51325"/>
            <a:ext cx="2360613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78" name="Line 20">
            <a:extLst>
              <a:ext uri="{FF2B5EF4-FFF2-40B4-BE49-F238E27FC236}">
                <a16:creationId xmlns:a16="http://schemas.microsoft.com/office/drawing/2014/main" id="{D36CE78A-85D7-4F7A-97D6-7F498EDEE9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79" name="Line 21">
            <a:extLst>
              <a:ext uri="{FF2B5EF4-FFF2-40B4-BE49-F238E27FC236}">
                <a16:creationId xmlns:a16="http://schemas.microsoft.com/office/drawing/2014/main" id="{0664A87F-8C5A-4D7A-9916-55AD7FA3111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0" name="Line 22">
            <a:extLst>
              <a:ext uri="{FF2B5EF4-FFF2-40B4-BE49-F238E27FC236}">
                <a16:creationId xmlns:a16="http://schemas.microsoft.com/office/drawing/2014/main" id="{C2884FCD-2271-422C-ACE9-0933A20BA724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1481138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1" name="Line 23">
            <a:extLst>
              <a:ext uri="{FF2B5EF4-FFF2-40B4-BE49-F238E27FC236}">
                <a16:creationId xmlns:a16="http://schemas.microsoft.com/office/drawing/2014/main" id="{CBB7BD0F-9389-4380-B4B3-0153F9855F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2" name="Line 24">
            <a:extLst>
              <a:ext uri="{FF2B5EF4-FFF2-40B4-BE49-F238E27FC236}">
                <a16:creationId xmlns:a16="http://schemas.microsoft.com/office/drawing/2014/main" id="{FD66A3B4-FE30-4024-96CF-20357E0CB5E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3" name="Line 25">
            <a:extLst>
              <a:ext uri="{FF2B5EF4-FFF2-40B4-BE49-F238E27FC236}">
                <a16:creationId xmlns:a16="http://schemas.microsoft.com/office/drawing/2014/main" id="{BC2B531C-B11B-4E78-A661-F6956DCAD0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4" name="Line 26">
            <a:extLst>
              <a:ext uri="{FF2B5EF4-FFF2-40B4-BE49-F238E27FC236}">
                <a16:creationId xmlns:a16="http://schemas.microsoft.com/office/drawing/2014/main" id="{33D8ED52-8A98-4067-A24F-4021B4740C3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5" name="Line 27">
            <a:extLst>
              <a:ext uri="{FF2B5EF4-FFF2-40B4-BE49-F238E27FC236}">
                <a16:creationId xmlns:a16="http://schemas.microsoft.com/office/drawing/2014/main" id="{671A8D14-679E-453D-8D56-65C770F912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6" name="Line 28">
            <a:extLst>
              <a:ext uri="{FF2B5EF4-FFF2-40B4-BE49-F238E27FC236}">
                <a16:creationId xmlns:a16="http://schemas.microsoft.com/office/drawing/2014/main" id="{08C9086A-F2FA-4F90-B129-6A0877844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7" name="Line 29">
            <a:extLst>
              <a:ext uri="{FF2B5EF4-FFF2-40B4-BE49-F238E27FC236}">
                <a16:creationId xmlns:a16="http://schemas.microsoft.com/office/drawing/2014/main" id="{AA6E2F83-1578-462E-8BD1-F54FFEBABB7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8" name="Line 30">
            <a:extLst>
              <a:ext uri="{FF2B5EF4-FFF2-40B4-BE49-F238E27FC236}">
                <a16:creationId xmlns:a16="http://schemas.microsoft.com/office/drawing/2014/main" id="{98CCB75A-8A84-49BA-9C3B-3A56823514F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16288"/>
            <a:ext cx="0" cy="4667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89" name="Line 31">
            <a:extLst>
              <a:ext uri="{FF2B5EF4-FFF2-40B4-BE49-F238E27FC236}">
                <a16:creationId xmlns:a16="http://schemas.microsoft.com/office/drawing/2014/main" id="{F8AE0986-F8F7-4B5C-9BE8-C58E5415946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830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90" name="Line 32">
            <a:extLst>
              <a:ext uri="{FF2B5EF4-FFF2-40B4-BE49-F238E27FC236}">
                <a16:creationId xmlns:a16="http://schemas.microsoft.com/office/drawing/2014/main" id="{FD64016A-0D8E-4FBF-926B-F8AB0911F6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830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0991" name="Line 33">
            <a:extLst>
              <a:ext uri="{FF2B5EF4-FFF2-40B4-BE49-F238E27FC236}">
                <a16:creationId xmlns:a16="http://schemas.microsoft.com/office/drawing/2014/main" id="{7D197048-7A40-4FEC-B611-12BA799849F9}"/>
              </a:ext>
            </a:extLst>
          </p:cNvPr>
          <p:cNvSpPr>
            <a:spLocks noChangeShapeType="1"/>
          </p:cNvSpPr>
          <p:nvPr/>
        </p:nvSpPr>
        <p:spPr bwMode="auto">
          <a:xfrm>
            <a:off x="2887663" y="4251325"/>
            <a:ext cx="57991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28575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32" name="Rectangle 7">
            <a:extLst>
              <a:ext uri="{FF2B5EF4-FFF2-40B4-BE49-F238E27FC236}">
                <a16:creationId xmlns:a16="http://schemas.microsoft.com/office/drawing/2014/main" id="{89D4DF57-3BFE-4988-A544-E54B58148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253" y="3781425"/>
            <a:ext cx="2360613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yes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3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1000"/>
                                        <p:tgtEl>
                                          <p:spTgt spid="253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53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1000"/>
                                        <p:tgtEl>
                                          <p:spTgt spid="253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1000"/>
                                        <p:tgtEl>
                                          <p:spTgt spid="2539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2539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3956" grpId="0"/>
      <p:bldP spid="253958" grpId="0"/>
      <p:bldP spid="253959" grpId="0"/>
      <p:bldP spid="253960" grpId="0"/>
      <p:bldP spid="253964" grpId="0"/>
      <p:bldP spid="253965" grpId="0"/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2">
            <a:extLst>
              <a:ext uri="{FF2B5EF4-FFF2-40B4-BE49-F238E27FC236}">
                <a16:creationId xmlns:a16="http://schemas.microsoft.com/office/drawing/2014/main" id="{C933F2FB-360A-4614-ABED-BA71D4F14F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986" name="Slide Number Placeholder 6">
            <a:extLst>
              <a:ext uri="{FF2B5EF4-FFF2-40B4-BE49-F238E27FC236}">
                <a16:creationId xmlns:a16="http://schemas.microsoft.com/office/drawing/2014/main" id="{E26BC6FC-77D0-4074-9E5C-5609622B2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8C01AD0-6C01-4B25-8936-1A69FE81A292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GB" altLang="en-US" sz="1400"/>
          </a:p>
        </p:txBody>
      </p:sp>
      <p:sp>
        <p:nvSpPr>
          <p:cNvPr id="256004" name="Rectangle 4">
            <a:extLst>
              <a:ext uri="{FF2B5EF4-FFF2-40B4-BE49-F238E27FC236}">
                <a16:creationId xmlns:a16="http://schemas.microsoft.com/office/drawing/2014/main" id="{0E8313F5-27AF-4F5C-9F70-4169510DC0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32898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 like rock and roll.</a:t>
            </a:r>
          </a:p>
        </p:txBody>
      </p:sp>
      <p:sp>
        <p:nvSpPr>
          <p:cNvPr id="256005" name="Rectangle 5">
            <a:extLst>
              <a:ext uri="{FF2B5EF4-FFF2-40B4-BE49-F238E27FC236}">
                <a16:creationId xmlns:a16="http://schemas.microsoft.com/office/drawing/2014/main" id="{CAF133F6-C48C-41FF-80A3-091ECA68FF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0" name="Rectangle 6">
            <a:extLst>
              <a:ext uri="{FF2B5EF4-FFF2-40B4-BE49-F238E27FC236}">
                <a16:creationId xmlns:a16="http://schemas.microsoft.com/office/drawing/2014/main" id="{45A51881-313E-4884-85F1-A083C412B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07" name="Rectangle 7">
            <a:extLst>
              <a:ext uri="{FF2B5EF4-FFF2-40B4-BE49-F238E27FC236}">
                <a16:creationId xmlns:a16="http://schemas.microsoft.com/office/drawing/2014/main" id="{1F725FDC-1572-479E-A38D-C45B90DFF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79730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like rock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I like roll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1992" name="Rectangle 8">
            <a:extLst>
              <a:ext uri="{FF2B5EF4-FFF2-40B4-BE49-F238E27FC236}">
                <a16:creationId xmlns:a16="http://schemas.microsoft.com/office/drawing/2014/main" id="{ADC0724B-4FA0-414E-88F5-92E678996B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97300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3" name="Rectangle 9">
            <a:extLst>
              <a:ext uri="{FF2B5EF4-FFF2-40B4-BE49-F238E27FC236}">
                <a16:creationId xmlns:a16="http://schemas.microsoft.com/office/drawing/2014/main" id="{25A3A9DA-DB2B-4E6C-9FBA-FB71DB238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6013" name="Rectangle 13">
            <a:extLst>
              <a:ext uri="{FF2B5EF4-FFF2-40B4-BE49-F238E27FC236}">
                <a16:creationId xmlns:a16="http://schemas.microsoft.com/office/drawing/2014/main" id="{8560ECFE-D02D-45F7-B504-BE23848EC7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3923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It is hot here  it is sticky here.</a:t>
            </a:r>
          </a:p>
        </p:txBody>
      </p:sp>
      <p:sp>
        <p:nvSpPr>
          <p:cNvPr id="41995" name="Rectangle 14">
            <a:extLst>
              <a:ext uri="{FF2B5EF4-FFF2-40B4-BE49-F238E27FC236}">
                <a16:creationId xmlns:a16="http://schemas.microsoft.com/office/drawing/2014/main" id="{EA69E64E-B9F9-4D8C-87CE-B3157742D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6" name="Rectangle 15">
            <a:extLst>
              <a:ext uri="{FF2B5EF4-FFF2-40B4-BE49-F238E27FC236}">
                <a16:creationId xmlns:a16="http://schemas.microsoft.com/office/drawing/2014/main" id="{8161EFA0-1BDD-4A1A-9A7D-79178F1079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7" name="Rectangle 16">
            <a:extLst>
              <a:ext uri="{FF2B5EF4-FFF2-40B4-BE49-F238E27FC236}">
                <a16:creationId xmlns:a16="http://schemas.microsoft.com/office/drawing/2014/main" id="{4F22CB55-54A8-43CD-8D92-4827A5E769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86067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1998" name="Rectangle 17">
            <a:extLst>
              <a:ext uri="{FF2B5EF4-FFF2-40B4-BE49-F238E27FC236}">
                <a16:creationId xmlns:a16="http://schemas.microsoft.com/office/drawing/2014/main" id="{F02F47A6-9B95-491B-8298-7E14CAFCF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999" name="Rectangle 18">
            <a:extLst>
              <a:ext uri="{FF2B5EF4-FFF2-40B4-BE49-F238E27FC236}">
                <a16:creationId xmlns:a16="http://schemas.microsoft.com/office/drawing/2014/main" id="{BC5D2C88-CC33-4648-81A3-9D8B37323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0" name="Rectangle 20">
            <a:extLst>
              <a:ext uri="{FF2B5EF4-FFF2-40B4-BE49-F238E27FC236}">
                <a16:creationId xmlns:a16="http://schemas.microsoft.com/office/drawing/2014/main" id="{BB0AB2FA-283A-4800-8085-2354D6AD0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1" name="Rectangle 21">
            <a:extLst>
              <a:ext uri="{FF2B5EF4-FFF2-40B4-BE49-F238E27FC236}">
                <a16:creationId xmlns:a16="http://schemas.microsoft.com/office/drawing/2014/main" id="{0D9EAD4F-EAA3-4F64-8AA4-05420C1632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Write the following statements using connective .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2002" name="Rectangle 24">
            <a:extLst>
              <a:ext uri="{FF2B5EF4-FFF2-40B4-BE49-F238E27FC236}">
                <a16:creationId xmlns:a16="http://schemas.microsoft.com/office/drawing/2014/main" id="{526AE114-CDDE-4981-A60E-D7E6585962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It is hot and sticky here.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2003" name="Rectangle 25">
            <a:extLst>
              <a:ext uri="{FF2B5EF4-FFF2-40B4-BE49-F238E27FC236}">
                <a16:creationId xmlns:a16="http://schemas.microsoft.com/office/drawing/2014/main" id="{AD745920-3E01-41E4-9C4B-545D4BDD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4" name="Rectangle 26">
            <a:extLst>
              <a:ext uri="{FF2B5EF4-FFF2-40B4-BE49-F238E27FC236}">
                <a16:creationId xmlns:a16="http://schemas.microsoft.com/office/drawing/2014/main" id="{4E042FC3-839B-42E6-B14B-1B14D299C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005" name="Line 27">
            <a:extLst>
              <a:ext uri="{FF2B5EF4-FFF2-40B4-BE49-F238E27FC236}">
                <a16:creationId xmlns:a16="http://schemas.microsoft.com/office/drawing/2014/main" id="{D55F2DE1-BA0F-403C-9DD0-823D0A6F9D9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06" name="Line 28">
            <a:extLst>
              <a:ext uri="{FF2B5EF4-FFF2-40B4-BE49-F238E27FC236}">
                <a16:creationId xmlns:a16="http://schemas.microsoft.com/office/drawing/2014/main" id="{925D57BC-3AC4-4D2D-B2EF-EBE3149A9B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65613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07" name="Line 29">
            <a:extLst>
              <a:ext uri="{FF2B5EF4-FFF2-40B4-BE49-F238E27FC236}">
                <a16:creationId xmlns:a16="http://schemas.microsoft.com/office/drawing/2014/main" id="{EF9707B2-F6F3-4AE8-BF9E-0290EE59630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08" name="Line 30">
            <a:extLst>
              <a:ext uri="{FF2B5EF4-FFF2-40B4-BE49-F238E27FC236}">
                <a16:creationId xmlns:a16="http://schemas.microsoft.com/office/drawing/2014/main" id="{612A66D2-9C6D-4FE8-BD33-85DA00B3261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09" name="Line 31">
            <a:extLst>
              <a:ext uri="{FF2B5EF4-FFF2-40B4-BE49-F238E27FC236}">
                <a16:creationId xmlns:a16="http://schemas.microsoft.com/office/drawing/2014/main" id="{B6079644-16C6-4604-9231-DA44BD9E2A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0" name="Line 32">
            <a:extLst>
              <a:ext uri="{FF2B5EF4-FFF2-40B4-BE49-F238E27FC236}">
                <a16:creationId xmlns:a16="http://schemas.microsoft.com/office/drawing/2014/main" id="{FB08F0CF-D28E-4D2B-9D75-A50CE380F4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1" name="Line 33">
            <a:extLst>
              <a:ext uri="{FF2B5EF4-FFF2-40B4-BE49-F238E27FC236}">
                <a16:creationId xmlns:a16="http://schemas.microsoft.com/office/drawing/2014/main" id="{91B565B0-9DC9-4376-BF0A-F7BC1AF6706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2" name="Line 34">
            <a:extLst>
              <a:ext uri="{FF2B5EF4-FFF2-40B4-BE49-F238E27FC236}">
                <a16:creationId xmlns:a16="http://schemas.microsoft.com/office/drawing/2014/main" id="{9F88D803-924C-468A-ACE3-36ADDBED9D2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3" name="Line 35">
            <a:extLst>
              <a:ext uri="{FF2B5EF4-FFF2-40B4-BE49-F238E27FC236}">
                <a16:creationId xmlns:a16="http://schemas.microsoft.com/office/drawing/2014/main" id="{A903C50C-4FC8-4A21-B0B0-9BA3812E887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4" name="Line 36">
            <a:extLst>
              <a:ext uri="{FF2B5EF4-FFF2-40B4-BE49-F238E27FC236}">
                <a16:creationId xmlns:a16="http://schemas.microsoft.com/office/drawing/2014/main" id="{1D3FD313-F149-47B2-90DB-A830A9810E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5" name="Line 37">
            <a:extLst>
              <a:ext uri="{FF2B5EF4-FFF2-40B4-BE49-F238E27FC236}">
                <a16:creationId xmlns:a16="http://schemas.microsoft.com/office/drawing/2014/main" id="{FD7A8FE6-A11F-4198-8A48-C9A9803B96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6" name="Line 38">
            <a:extLst>
              <a:ext uri="{FF2B5EF4-FFF2-40B4-BE49-F238E27FC236}">
                <a16:creationId xmlns:a16="http://schemas.microsoft.com/office/drawing/2014/main" id="{0C755C1A-5746-42FE-86AA-1704951D9D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7" name="Line 39">
            <a:extLst>
              <a:ext uri="{FF2B5EF4-FFF2-40B4-BE49-F238E27FC236}">
                <a16:creationId xmlns:a16="http://schemas.microsoft.com/office/drawing/2014/main" id="{1CA8909B-D59F-4815-BA11-F0934B1DFD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8" name="Line 40">
            <a:extLst>
              <a:ext uri="{FF2B5EF4-FFF2-40B4-BE49-F238E27FC236}">
                <a16:creationId xmlns:a16="http://schemas.microsoft.com/office/drawing/2014/main" id="{CE599DA1-D8F5-49BD-9A40-7D8C432C8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19" name="Line 41">
            <a:extLst>
              <a:ext uri="{FF2B5EF4-FFF2-40B4-BE49-F238E27FC236}">
                <a16:creationId xmlns:a16="http://schemas.microsoft.com/office/drawing/2014/main" id="{9696FB42-9E49-4671-A161-4666FBA14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20" name="Line 46">
            <a:extLst>
              <a:ext uri="{FF2B5EF4-FFF2-40B4-BE49-F238E27FC236}">
                <a16:creationId xmlns:a16="http://schemas.microsoft.com/office/drawing/2014/main" id="{6DB5AE65-B3B9-4AE7-A35A-10757DCEA40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4265613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2021" name="Line 47">
            <a:extLst>
              <a:ext uri="{FF2B5EF4-FFF2-40B4-BE49-F238E27FC236}">
                <a16:creationId xmlns:a16="http://schemas.microsoft.com/office/drawing/2014/main" id="{8DC45A5F-0687-4244-9703-3EF2B8BFE6C0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4265613"/>
            <a:ext cx="64801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60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4" grpId="0"/>
      <p:bldP spid="256005" grpId="0"/>
      <p:bldP spid="256007" grpId="0"/>
      <p:bldP spid="25601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2">
            <a:extLst>
              <a:ext uri="{FF2B5EF4-FFF2-40B4-BE49-F238E27FC236}">
                <a16:creationId xmlns:a16="http://schemas.microsoft.com/office/drawing/2014/main" id="{D291677B-3CD8-4131-A6C7-0667E16B67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3010" name="Slide Number Placeholder 6">
            <a:extLst>
              <a:ext uri="{FF2B5EF4-FFF2-40B4-BE49-F238E27FC236}">
                <a16:creationId xmlns:a16="http://schemas.microsoft.com/office/drawing/2014/main" id="{D19A9F61-2847-4710-A908-181E79A82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649A06F-7DBC-493E-BFAA-F8C19A75AA45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GB" altLang="en-US" sz="1400"/>
          </a:p>
        </p:txBody>
      </p:sp>
      <p:sp>
        <p:nvSpPr>
          <p:cNvPr id="258102" name="Rectangle 54">
            <a:extLst>
              <a:ext uri="{FF2B5EF4-FFF2-40B4-BE49-F238E27FC236}">
                <a16:creationId xmlns:a16="http://schemas.microsoft.com/office/drawing/2014/main" id="{35D94BBB-BF78-4968-B52B-74403596AD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520223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the square of an integer and prime.</a:t>
            </a:r>
          </a:p>
        </p:txBody>
      </p:sp>
      <p:sp>
        <p:nvSpPr>
          <p:cNvPr id="43013" name="Rectangle 53">
            <a:extLst>
              <a:ext uri="{FF2B5EF4-FFF2-40B4-BE49-F238E27FC236}">
                <a16:creationId xmlns:a16="http://schemas.microsoft.com/office/drawing/2014/main" id="{2BEBEF45-8BA4-4A30-A3DA-C7CE831AC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520223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4" name="Rectangle 52">
            <a:extLst>
              <a:ext uri="{FF2B5EF4-FFF2-40B4-BE49-F238E27FC236}">
                <a16:creationId xmlns:a16="http://schemas.microsoft.com/office/drawing/2014/main" id="{E0438D02-EADD-40DE-8AED-013EDA376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520223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098" name="Rectangle 50">
            <a:extLst>
              <a:ext uri="{FF2B5EF4-FFF2-40B4-BE49-F238E27FC236}">
                <a16:creationId xmlns:a16="http://schemas.microsoft.com/office/drawing/2014/main" id="{524E51A4-1D58-400D-90D1-0B90AE876D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32898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</a:p>
        </p:txBody>
      </p:sp>
      <p:sp>
        <p:nvSpPr>
          <p:cNvPr id="43016" name="Rectangle 49">
            <a:extLst>
              <a:ext uri="{FF2B5EF4-FFF2-40B4-BE49-F238E27FC236}">
                <a16:creationId xmlns:a16="http://schemas.microsoft.com/office/drawing/2014/main" id="{53C8C581-EB38-4A06-945B-2545BB0EF8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7" name="Rectangle 48">
            <a:extLst>
              <a:ext uri="{FF2B5EF4-FFF2-40B4-BE49-F238E27FC236}">
                <a16:creationId xmlns:a16="http://schemas.microsoft.com/office/drawing/2014/main" id="{2C888BFF-0C65-4D4E-BF80-03DD99C580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18" name="Rectangle 4">
            <a:extLst>
              <a:ext uri="{FF2B5EF4-FFF2-40B4-BE49-F238E27FC236}">
                <a16:creationId xmlns:a16="http://schemas.microsoft.com/office/drawing/2014/main" id="{9A06A8C3-8C79-4E50-B83B-458C7EE314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79730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3019" name="Rectangle 5">
            <a:extLst>
              <a:ext uri="{FF2B5EF4-FFF2-40B4-BE49-F238E27FC236}">
                <a16:creationId xmlns:a16="http://schemas.microsoft.com/office/drawing/2014/main" id="{6CDFAB71-E815-48AD-9A56-20CABE0850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97300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0" name="Rectangle 6">
            <a:extLst>
              <a:ext uri="{FF2B5EF4-FFF2-40B4-BE49-F238E27FC236}">
                <a16:creationId xmlns:a16="http://schemas.microsoft.com/office/drawing/2014/main" id="{51787412-E2B7-406B-8B3C-DA1356039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055" name="Rectangle 7">
            <a:extLst>
              <a:ext uri="{FF2B5EF4-FFF2-40B4-BE49-F238E27FC236}">
                <a16:creationId xmlns:a16="http://schemas.microsoft.com/office/drawing/2014/main" id="{9DD9A944-1146-41CE-8E56-EB3025B1B5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26561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the square of an integer.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056" name="Rectangle 8">
            <a:extLst>
              <a:ext uri="{FF2B5EF4-FFF2-40B4-BE49-F238E27FC236}">
                <a16:creationId xmlns:a16="http://schemas.microsoft.com/office/drawing/2014/main" id="{42A45611-BFA9-49D5-8FCA-1BF7C0857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26561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3" name="Rectangle 9">
            <a:extLst>
              <a:ext uri="{FF2B5EF4-FFF2-40B4-BE49-F238E27FC236}">
                <a16:creationId xmlns:a16="http://schemas.microsoft.com/office/drawing/2014/main" id="{817B7482-96B3-471A-A2D1-7DA607E9A7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26561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058" name="Rectangle 10">
            <a:extLst>
              <a:ext uri="{FF2B5EF4-FFF2-40B4-BE49-F238E27FC236}">
                <a16:creationId xmlns:a16="http://schemas.microsoft.com/office/drawing/2014/main" id="{606DD801-0DF4-477A-B26A-A5B696219D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73392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is prime.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5" name="Rectangle 11">
            <a:extLst>
              <a:ext uri="{FF2B5EF4-FFF2-40B4-BE49-F238E27FC236}">
                <a16:creationId xmlns:a16="http://schemas.microsoft.com/office/drawing/2014/main" id="{32A3440E-C94B-4053-90D7-E89EFE047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73392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6" name="Rectangle 12">
            <a:extLst>
              <a:ext uri="{FF2B5EF4-FFF2-40B4-BE49-F238E27FC236}">
                <a16:creationId xmlns:a16="http://schemas.microsoft.com/office/drawing/2014/main" id="{EA6BEE2C-A4AD-4CBB-BB54-238AE9509A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73392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7" name="Rectangle 13">
            <a:extLst>
              <a:ext uri="{FF2B5EF4-FFF2-40B4-BE49-F238E27FC236}">
                <a16:creationId xmlns:a16="http://schemas.microsoft.com/office/drawing/2014/main" id="{12699A94-1B87-4797-95CD-4E9C8D064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3923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3028" name="Rectangle 14">
            <a:extLst>
              <a:ext uri="{FF2B5EF4-FFF2-40B4-BE49-F238E27FC236}">
                <a16:creationId xmlns:a16="http://schemas.microsoft.com/office/drawing/2014/main" id="{932FD37D-FA2F-458B-92C3-13CC15746F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29" name="Rectangle 15">
            <a:extLst>
              <a:ext uri="{FF2B5EF4-FFF2-40B4-BE49-F238E27FC236}">
                <a16:creationId xmlns:a16="http://schemas.microsoft.com/office/drawing/2014/main" id="{BD74CA97-986D-442B-A0C5-23BC1FE50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8064" name="Rectangle 16">
            <a:extLst>
              <a:ext uri="{FF2B5EF4-FFF2-40B4-BE49-F238E27FC236}">
                <a16:creationId xmlns:a16="http://schemas.microsoft.com/office/drawing/2014/main" id="{59166FEC-AB97-4422-98F7-6B31C9D622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86067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 1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3031" name="Rectangle 17">
            <a:extLst>
              <a:ext uri="{FF2B5EF4-FFF2-40B4-BE49-F238E27FC236}">
                <a16:creationId xmlns:a16="http://schemas.microsoft.com/office/drawing/2014/main" id="{7F32EAF3-4E73-4794-938E-F8A0D4E2E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32" name="Rectangle 18">
            <a:extLst>
              <a:ext uri="{FF2B5EF4-FFF2-40B4-BE49-F238E27FC236}">
                <a16:creationId xmlns:a16="http://schemas.microsoft.com/office/drawing/2014/main" id="{0009278C-C990-44D2-A378-29C2B2A5C3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33" name="Rectangle 19">
            <a:extLst>
              <a:ext uri="{FF2B5EF4-FFF2-40B4-BE49-F238E27FC236}">
                <a16:creationId xmlns:a16="http://schemas.microsoft.com/office/drawing/2014/main" id="{CE814229-E866-4851-8CD1-296069FE7B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5670550"/>
            <a:ext cx="827087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34" name="Rectangle 20">
            <a:extLst>
              <a:ext uri="{FF2B5EF4-FFF2-40B4-BE49-F238E27FC236}">
                <a16:creationId xmlns:a16="http://schemas.microsoft.com/office/drawing/2014/main" id="{AA19B326-0690-45A8-BDF4-86F883942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35" name="Rectangle 21">
            <a:extLst>
              <a:ext uri="{FF2B5EF4-FFF2-40B4-BE49-F238E27FC236}">
                <a16:creationId xmlns:a16="http://schemas.microsoft.com/office/drawing/2014/main" id="{0DEDFD0B-A95A-4820-A554-FDFF89BAD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the statements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write down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258070" name="Rectangle 22">
            <a:extLst>
              <a:ext uri="{FF2B5EF4-FFF2-40B4-BE49-F238E27FC236}">
                <a16:creationId xmlns:a16="http://schemas.microsoft.com/office/drawing/2014/main" id="{FCCB4FFC-6956-4C19-90F4-F1E1C4609E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5670550"/>
            <a:ext cx="6480175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the square of an integer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prime.</a:t>
            </a:r>
          </a:p>
        </p:txBody>
      </p:sp>
      <p:sp>
        <p:nvSpPr>
          <p:cNvPr id="43037" name="Rectangle 23">
            <a:extLst>
              <a:ext uri="{FF2B5EF4-FFF2-40B4-BE49-F238E27FC236}">
                <a16:creationId xmlns:a16="http://schemas.microsoft.com/office/drawing/2014/main" id="{921C1F40-7989-4211-B072-63511AF320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5670550"/>
            <a:ext cx="852488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38" name="Rectangle 24">
            <a:extLst>
              <a:ext uri="{FF2B5EF4-FFF2-40B4-BE49-F238E27FC236}">
                <a16:creationId xmlns:a16="http://schemas.microsoft.com/office/drawing/2014/main" id="{97446422-C358-4F08-B403-648BB6CC7F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 x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 0</a:t>
            </a:r>
          </a:p>
        </p:txBody>
      </p:sp>
      <p:sp>
        <p:nvSpPr>
          <p:cNvPr id="43039" name="Rectangle 25">
            <a:extLst>
              <a:ext uri="{FF2B5EF4-FFF2-40B4-BE49-F238E27FC236}">
                <a16:creationId xmlns:a16="http://schemas.microsoft.com/office/drawing/2014/main" id="{5547E7AD-AB02-4722-A290-E8BE01768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40" name="Rectangle 26">
            <a:extLst>
              <a:ext uri="{FF2B5EF4-FFF2-40B4-BE49-F238E27FC236}">
                <a16:creationId xmlns:a16="http://schemas.microsoft.com/office/drawing/2014/main" id="{E3511745-5AA2-4285-8901-054F25B8A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041" name="Line 27">
            <a:extLst>
              <a:ext uri="{FF2B5EF4-FFF2-40B4-BE49-F238E27FC236}">
                <a16:creationId xmlns:a16="http://schemas.microsoft.com/office/drawing/2014/main" id="{57A5C15C-FBE8-4671-9D78-74EB4E04D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2" name="Line 28">
            <a:extLst>
              <a:ext uri="{FF2B5EF4-FFF2-40B4-BE49-F238E27FC236}">
                <a16:creationId xmlns:a16="http://schemas.microsoft.com/office/drawing/2014/main" id="{2611D12D-2AAC-4D24-9BF9-2CE4167A012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6564313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3" name="Line 29">
            <a:extLst>
              <a:ext uri="{FF2B5EF4-FFF2-40B4-BE49-F238E27FC236}">
                <a16:creationId xmlns:a16="http://schemas.microsoft.com/office/drawing/2014/main" id="{C9ACDAB8-A556-4317-9294-409D084D3D3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4" name="Line 30">
            <a:extLst>
              <a:ext uri="{FF2B5EF4-FFF2-40B4-BE49-F238E27FC236}">
                <a16:creationId xmlns:a16="http://schemas.microsoft.com/office/drawing/2014/main" id="{80FEED2B-FAEB-4FA0-8B39-CC9B409DE6A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5" name="Line 31">
            <a:extLst>
              <a:ext uri="{FF2B5EF4-FFF2-40B4-BE49-F238E27FC236}">
                <a16:creationId xmlns:a16="http://schemas.microsoft.com/office/drawing/2014/main" id="{B0C77C5F-4C01-48C0-9F79-79233BF6BB6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6" name="Line 32">
            <a:extLst>
              <a:ext uri="{FF2B5EF4-FFF2-40B4-BE49-F238E27FC236}">
                <a16:creationId xmlns:a16="http://schemas.microsoft.com/office/drawing/2014/main" id="{D5193AFE-C33C-4ABE-B07E-337030A188D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7" name="Line 33">
            <a:extLst>
              <a:ext uri="{FF2B5EF4-FFF2-40B4-BE49-F238E27FC236}">
                <a16:creationId xmlns:a16="http://schemas.microsoft.com/office/drawing/2014/main" id="{E2A7F8C6-D0E3-478B-9302-C259931EEEC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8" name="Line 34">
            <a:extLst>
              <a:ext uri="{FF2B5EF4-FFF2-40B4-BE49-F238E27FC236}">
                <a16:creationId xmlns:a16="http://schemas.microsoft.com/office/drawing/2014/main" id="{421824D6-93F7-477B-BB2B-6F67DB23FC6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49" name="Line 35">
            <a:extLst>
              <a:ext uri="{FF2B5EF4-FFF2-40B4-BE49-F238E27FC236}">
                <a16:creationId xmlns:a16="http://schemas.microsoft.com/office/drawing/2014/main" id="{3FC2BC58-0A28-40CD-91A4-A422A18488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0" name="Line 36">
            <a:extLst>
              <a:ext uri="{FF2B5EF4-FFF2-40B4-BE49-F238E27FC236}">
                <a16:creationId xmlns:a16="http://schemas.microsoft.com/office/drawing/2014/main" id="{035B528B-9AE6-4925-833B-16629A1A3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1" name="Line 37">
            <a:extLst>
              <a:ext uri="{FF2B5EF4-FFF2-40B4-BE49-F238E27FC236}">
                <a16:creationId xmlns:a16="http://schemas.microsoft.com/office/drawing/2014/main" id="{361E1774-1691-432A-9980-BE7D5BE87E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2" name="Line 38">
            <a:extLst>
              <a:ext uri="{FF2B5EF4-FFF2-40B4-BE49-F238E27FC236}">
                <a16:creationId xmlns:a16="http://schemas.microsoft.com/office/drawing/2014/main" id="{53DB25F2-6631-4F81-A8CF-C29F5163F2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3" name="Line 39">
            <a:extLst>
              <a:ext uri="{FF2B5EF4-FFF2-40B4-BE49-F238E27FC236}">
                <a16:creationId xmlns:a16="http://schemas.microsoft.com/office/drawing/2014/main" id="{F585EC50-9B51-4316-985C-73A8F9DBCF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4" name="Line 40">
            <a:extLst>
              <a:ext uri="{FF2B5EF4-FFF2-40B4-BE49-F238E27FC236}">
                <a16:creationId xmlns:a16="http://schemas.microsoft.com/office/drawing/2014/main" id="{332F1343-1FC2-48A9-8E1D-96B019CED4D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656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5" name="Line 41">
            <a:extLst>
              <a:ext uri="{FF2B5EF4-FFF2-40B4-BE49-F238E27FC236}">
                <a16:creationId xmlns:a16="http://schemas.microsoft.com/office/drawing/2014/main" id="{D8D21BFD-EB94-4809-9CAD-EF650C708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26561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6" name="Line 42">
            <a:extLst>
              <a:ext uri="{FF2B5EF4-FFF2-40B4-BE49-F238E27FC236}">
                <a16:creationId xmlns:a16="http://schemas.microsoft.com/office/drawing/2014/main" id="{24D1F4B2-DF7A-496E-A8C6-0A62E912D26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73392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7" name="Line 43">
            <a:extLst>
              <a:ext uri="{FF2B5EF4-FFF2-40B4-BE49-F238E27FC236}">
                <a16:creationId xmlns:a16="http://schemas.microsoft.com/office/drawing/2014/main" id="{3177008A-3169-42D6-9091-E968F65CF2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73392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8" name="Line 44">
            <a:extLst>
              <a:ext uri="{FF2B5EF4-FFF2-40B4-BE49-F238E27FC236}">
                <a16:creationId xmlns:a16="http://schemas.microsoft.com/office/drawing/2014/main" id="{D924E3F2-6640-4030-A6C8-1370AFBC45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202238"/>
            <a:ext cx="0" cy="1362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59" name="Line 45">
            <a:extLst>
              <a:ext uri="{FF2B5EF4-FFF2-40B4-BE49-F238E27FC236}">
                <a16:creationId xmlns:a16="http://schemas.microsoft.com/office/drawing/2014/main" id="{6DBC54D8-0349-4981-90DD-539F7AC27E96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202238"/>
            <a:ext cx="0" cy="136207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60" name="Line 46">
            <a:extLst>
              <a:ext uri="{FF2B5EF4-FFF2-40B4-BE49-F238E27FC236}">
                <a16:creationId xmlns:a16="http://schemas.microsoft.com/office/drawing/2014/main" id="{A231631C-3DF1-4AAA-A96C-4DAD15FE8EC6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6564313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3061" name="Line 47">
            <a:extLst>
              <a:ext uri="{FF2B5EF4-FFF2-40B4-BE49-F238E27FC236}">
                <a16:creationId xmlns:a16="http://schemas.microsoft.com/office/drawing/2014/main" id="{E5648F3F-AC11-4A96-8DBA-803C5971BB94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6564313"/>
            <a:ext cx="64801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80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58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580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580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580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258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580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102" grpId="0"/>
      <p:bldP spid="258098" grpId="0"/>
      <p:bldP spid="258055" grpId="0"/>
      <p:bldP spid="258056" grpId="0"/>
      <p:bldP spid="258058" grpId="0"/>
      <p:bldP spid="258064" grpId="0"/>
      <p:bldP spid="258070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5" name="Rectangle 2">
            <a:extLst>
              <a:ext uri="{FF2B5EF4-FFF2-40B4-BE49-F238E27FC236}">
                <a16:creationId xmlns:a16="http://schemas.microsoft.com/office/drawing/2014/main" id="{5DDB4DEF-22E2-4F8A-B797-E207C7639B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Conjunction: Truth Table</a:t>
            </a:r>
            <a:endParaRPr lang="en-US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CF8E6C3C-4BC0-4963-8925-8D0E1A57AB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Conjunction: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 statements.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73438" name="Group 30">
            <a:extLst>
              <a:ext uri="{FF2B5EF4-FFF2-40B4-BE49-F238E27FC236}">
                <a16:creationId xmlns:a16="http://schemas.microsoft.com/office/drawing/2014/main" id="{6497D058-B98A-44CF-A5BA-DCBBAEE792C1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695575" y="3021013"/>
          <a:ext cx="4076700" cy="2292352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Q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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4034" name="Slide Number Placeholder 6">
            <a:extLst>
              <a:ext uri="{FF2B5EF4-FFF2-40B4-BE49-F238E27FC236}">
                <a16:creationId xmlns:a16="http://schemas.microsoft.com/office/drawing/2014/main" id="{10FC71CD-A2DF-44E9-BF3D-83DCE558E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94CED6A-D054-4C5B-AC74-9F294E8EA6C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GB" altLang="en-US" sz="1400"/>
          </a:p>
        </p:txBody>
      </p:sp>
      <p:sp>
        <p:nvSpPr>
          <p:cNvPr id="273439" name="Rectangle 31">
            <a:extLst>
              <a:ext uri="{FF2B5EF4-FFF2-40B4-BE49-F238E27FC236}">
                <a16:creationId xmlns:a16="http://schemas.microsoft.com/office/drawing/2014/main" id="{B2ABC6D7-336F-4103-9E8F-263DAE043A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0175" y="3454400"/>
            <a:ext cx="4108450" cy="465138"/>
          </a:xfrm>
          <a:prstGeom prst="rect">
            <a:avLst/>
          </a:prstGeom>
          <a:noFill/>
          <a:ln w="38100">
            <a:solidFill>
              <a:srgbClr val="FF00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4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734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3439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2">
            <a:extLst>
              <a:ext uri="{FF2B5EF4-FFF2-40B4-BE49-F238E27FC236}">
                <a16:creationId xmlns:a16="http://schemas.microsoft.com/office/drawing/2014/main" id="{F3AE96C8-46ED-4258-8730-B360CADE5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40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58" name="Slide Number Placeholder 6">
            <a:extLst>
              <a:ext uri="{FF2B5EF4-FFF2-40B4-BE49-F238E27FC236}">
                <a16:creationId xmlns:a16="http://schemas.microsoft.com/office/drawing/2014/main" id="{33557CFA-0698-4895-A562-D5C224EFC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D4EFBBA-F312-4B90-9C2D-B8F686523B6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GB" altLang="en-US" sz="1400"/>
          </a:p>
        </p:txBody>
      </p:sp>
      <p:sp>
        <p:nvSpPr>
          <p:cNvPr id="259077" name="Rectangle 5">
            <a:extLst>
              <a:ext uri="{FF2B5EF4-FFF2-40B4-BE49-F238E27FC236}">
                <a16:creationId xmlns:a16="http://schemas.microsoft.com/office/drawing/2014/main" id="{CC92AFB9-4276-4CBD-AAF2-0BD86B982F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41738"/>
            <a:ext cx="2495550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1 = 2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4 = 7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59078" name="Rectangle 6">
            <a:extLst>
              <a:ext uri="{FF2B5EF4-FFF2-40B4-BE49-F238E27FC236}">
                <a16:creationId xmlns:a16="http://schemas.microsoft.com/office/drawing/2014/main" id="{BFFE9C4D-9264-4CF1-B43C-F8D766EA3D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47975"/>
            <a:ext cx="2495550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 &gt; 5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6 &gt; 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5062" name="Rectangle 7">
            <a:extLst>
              <a:ext uri="{FF2B5EF4-FFF2-40B4-BE49-F238E27FC236}">
                <a16:creationId xmlns:a16="http://schemas.microsoft.com/office/drawing/2014/main" id="{08920072-6568-4F13-9517-1D38C00F9F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24955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3" name="Rectangle 8">
            <a:extLst>
              <a:ext uri="{FF2B5EF4-FFF2-40B4-BE49-F238E27FC236}">
                <a16:creationId xmlns:a16="http://schemas.microsoft.com/office/drawing/2014/main" id="{BC22B7DB-4AA3-4FBA-AE95-38D02FA91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2495550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3 &lt; 5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6 &gt; 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081" name="Rectangle 9">
            <a:extLst>
              <a:ext uri="{FF2B5EF4-FFF2-40B4-BE49-F238E27FC236}">
                <a16:creationId xmlns:a16="http://schemas.microsoft.com/office/drawing/2014/main" id="{957D5795-FCBA-477F-A64F-E27122B677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3741738"/>
            <a:ext cx="4811712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082" name="Rectangle 10">
            <a:extLst>
              <a:ext uri="{FF2B5EF4-FFF2-40B4-BE49-F238E27FC236}">
                <a16:creationId xmlns:a16="http://schemas.microsoft.com/office/drawing/2014/main" id="{D47F79DA-8B3A-4B72-B06D-655791DC0C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4173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083" name="Rectangle 11">
            <a:extLst>
              <a:ext uri="{FF2B5EF4-FFF2-40B4-BE49-F238E27FC236}">
                <a16:creationId xmlns:a16="http://schemas.microsoft.com/office/drawing/2014/main" id="{F305DD34-14C8-40C7-BCCD-645741274C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2847975"/>
            <a:ext cx="4811712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084" name="Rectangle 12">
            <a:extLst>
              <a:ext uri="{FF2B5EF4-FFF2-40B4-BE49-F238E27FC236}">
                <a16:creationId xmlns:a16="http://schemas.microsoft.com/office/drawing/2014/main" id="{7EBA4992-909D-47A4-90EF-9FF145D944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47975"/>
            <a:ext cx="852488" cy="893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>
              <a:buFontTx/>
              <a:buNone/>
            </a:pP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8" name="Rectangle 15">
            <a:extLst>
              <a:ext uri="{FF2B5EF4-FFF2-40B4-BE49-F238E27FC236}">
                <a16:creationId xmlns:a16="http://schemas.microsoft.com/office/drawing/2014/main" id="{D33B93EB-E080-441F-86D1-002E1914A3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2392363"/>
            <a:ext cx="481171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69" name="Rectangle 16">
            <a:extLst>
              <a:ext uri="{FF2B5EF4-FFF2-40B4-BE49-F238E27FC236}">
                <a16:creationId xmlns:a16="http://schemas.microsoft.com/office/drawing/2014/main" id="{9CA3C6E3-A450-4CCC-B008-857FEF6A14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9089" name="Rectangle 17">
            <a:extLst>
              <a:ext uri="{FF2B5EF4-FFF2-40B4-BE49-F238E27FC236}">
                <a16:creationId xmlns:a16="http://schemas.microsoft.com/office/drawing/2014/main" id="{F5EC00B6-071B-479A-8A02-18C27E1851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75088" y="1936750"/>
            <a:ext cx="481171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1" name="Rectangle 18">
            <a:extLst>
              <a:ext uri="{FF2B5EF4-FFF2-40B4-BE49-F238E27FC236}">
                <a16:creationId xmlns:a16="http://schemas.microsoft.com/office/drawing/2014/main" id="{446E2E11-DC3C-4275-A37D-F7134442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2" name="Rectangle 19">
            <a:extLst>
              <a:ext uri="{FF2B5EF4-FFF2-40B4-BE49-F238E27FC236}">
                <a16:creationId xmlns:a16="http://schemas.microsoft.com/office/drawing/2014/main" id="{7A75812D-006D-4336-8856-9EF5138438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1597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the truth value of the following statements.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073" name="Line 20">
            <a:extLst>
              <a:ext uri="{FF2B5EF4-FFF2-40B4-BE49-F238E27FC236}">
                <a16:creationId xmlns:a16="http://schemas.microsoft.com/office/drawing/2014/main" id="{F6C26A9E-A02F-4066-B134-52313A54BB6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1597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4" name="Line 21">
            <a:extLst>
              <a:ext uri="{FF2B5EF4-FFF2-40B4-BE49-F238E27FC236}">
                <a16:creationId xmlns:a16="http://schemas.microsoft.com/office/drawing/2014/main" id="{EEA0CA68-D45D-4A02-8B5F-D179932E3F9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10050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5" name="Line 22">
            <a:extLst>
              <a:ext uri="{FF2B5EF4-FFF2-40B4-BE49-F238E27FC236}">
                <a16:creationId xmlns:a16="http://schemas.microsoft.com/office/drawing/2014/main" id="{982383BC-C547-48AB-A7BB-9B920733672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6" name="Line 23">
            <a:extLst>
              <a:ext uri="{FF2B5EF4-FFF2-40B4-BE49-F238E27FC236}">
                <a16:creationId xmlns:a16="http://schemas.microsoft.com/office/drawing/2014/main" id="{025B262A-603E-4EAB-AA38-CEA9A443748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7" name="Line 24">
            <a:extLst>
              <a:ext uri="{FF2B5EF4-FFF2-40B4-BE49-F238E27FC236}">
                <a16:creationId xmlns:a16="http://schemas.microsoft.com/office/drawing/2014/main" id="{83D14A01-A84F-4BC9-B1CF-0F34FB7F7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8" name="Line 25">
            <a:extLst>
              <a:ext uri="{FF2B5EF4-FFF2-40B4-BE49-F238E27FC236}">
                <a16:creationId xmlns:a16="http://schemas.microsoft.com/office/drawing/2014/main" id="{95B619F4-85ED-4BD1-8E2D-F7B38611192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79" name="Line 26">
            <a:extLst>
              <a:ext uri="{FF2B5EF4-FFF2-40B4-BE49-F238E27FC236}">
                <a16:creationId xmlns:a16="http://schemas.microsoft.com/office/drawing/2014/main" id="{20D6AEB4-F089-4B1B-9529-5B728E4C1B9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0" name="Line 27">
            <a:extLst>
              <a:ext uri="{FF2B5EF4-FFF2-40B4-BE49-F238E27FC236}">
                <a16:creationId xmlns:a16="http://schemas.microsoft.com/office/drawing/2014/main" id="{49915FBF-84FA-4B95-A282-2E41B5D9732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1" name="Line 28">
            <a:extLst>
              <a:ext uri="{FF2B5EF4-FFF2-40B4-BE49-F238E27FC236}">
                <a16:creationId xmlns:a16="http://schemas.microsoft.com/office/drawing/2014/main" id="{DE6844F0-9721-4535-8969-01F1D8E6BE0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0" cy="8937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2" name="Line 29">
            <a:extLst>
              <a:ext uri="{FF2B5EF4-FFF2-40B4-BE49-F238E27FC236}">
                <a16:creationId xmlns:a16="http://schemas.microsoft.com/office/drawing/2014/main" id="{EB77578C-9A41-4C73-8636-215B34EA040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47975"/>
            <a:ext cx="0" cy="8937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3" name="Line 30">
            <a:extLst>
              <a:ext uri="{FF2B5EF4-FFF2-40B4-BE49-F238E27FC236}">
                <a16:creationId xmlns:a16="http://schemas.microsoft.com/office/drawing/2014/main" id="{FBA13CC8-4526-4E5E-9117-321C5EB4FE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4173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4" name="Line 31">
            <a:extLst>
              <a:ext uri="{FF2B5EF4-FFF2-40B4-BE49-F238E27FC236}">
                <a16:creationId xmlns:a16="http://schemas.microsoft.com/office/drawing/2014/main" id="{6C09B4CC-F3A0-42D5-AD5E-DACBA797CE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4173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5" name="Line 34">
            <a:extLst>
              <a:ext uri="{FF2B5EF4-FFF2-40B4-BE49-F238E27FC236}">
                <a16:creationId xmlns:a16="http://schemas.microsoft.com/office/drawing/2014/main" id="{58F3FE81-7E63-440E-BF88-A33E66E732E4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4210050"/>
            <a:ext cx="24955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5086" name="Line 35">
            <a:extLst>
              <a:ext uri="{FF2B5EF4-FFF2-40B4-BE49-F238E27FC236}">
                <a16:creationId xmlns:a16="http://schemas.microsoft.com/office/drawing/2014/main" id="{4E008DBC-1904-464E-B7EC-0A7B50EB63F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75088" y="4210050"/>
            <a:ext cx="481171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59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59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1000"/>
                                        <p:tgtEl>
                                          <p:spTgt spid="259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59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259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10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59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9077" grpId="0"/>
      <p:bldP spid="259078" grpId="0"/>
      <p:bldP spid="259081" grpId="0"/>
      <p:bldP spid="259082" grpId="0"/>
      <p:bldP spid="259083" grpId="0"/>
      <p:bldP spid="259084" grpId="0"/>
      <p:bldP spid="25908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Rectangle 2">
            <a:extLst>
              <a:ext uri="{FF2B5EF4-FFF2-40B4-BE49-F238E27FC236}">
                <a16:creationId xmlns:a16="http://schemas.microsoft.com/office/drawing/2014/main" id="{D45EFFE7-24D9-41DD-AF27-4C9A250673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403225"/>
            <a:ext cx="9144000" cy="508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Tables for Compound Statements</a:t>
            </a:r>
            <a:endParaRPr lang="en-US" altLang="en-US" sz="32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CEBF7A39-A881-42F1-BA96-87FD8F55DB7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180975" y="1371600"/>
            <a:ext cx="8782050" cy="435279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truth table for a given compound statement displays the truth values that correspond to all possible combinations of truth values for its constituent parts.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 method for computing the truth values for a compound statement is similar to the evaluation of algebraic expressions:</a:t>
            </a:r>
          </a:p>
          <a:p>
            <a:pPr marL="300038" lvl="1" indent="0" eaLnBrk="1" hangingPunct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First, evaluate those in the innermost parentheses</a:t>
            </a:r>
          </a:p>
          <a:p>
            <a:pPr marL="300038" lvl="1" indent="0" eaLnBrk="1" hangingPunct="1">
              <a:buFontTx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Next, evaluate those in the next innermost parentheses, and so forth, until you have the truth values for the complete compound statement.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Next, we shall discuss the order to evaluate logical connectives all within only a single parentheses (without further parentheses).</a:t>
            </a:r>
          </a:p>
        </p:txBody>
      </p:sp>
      <p:sp>
        <p:nvSpPr>
          <p:cNvPr id="46082" name="Slide Number Placeholder 6">
            <a:extLst>
              <a:ext uri="{FF2B5EF4-FFF2-40B4-BE49-F238E27FC236}">
                <a16:creationId xmlns:a16="http://schemas.microsoft.com/office/drawing/2014/main" id="{28407D04-E226-42A8-B6FD-A50270035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A6F2FD-AD64-4A97-BE46-FCCAA71600D9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35</a:t>
            </a:fld>
            <a:endParaRPr lang="en-GB" altLang="en-US" sz="10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7" name="Rectangle 2">
            <a:extLst>
              <a:ext uri="{FF2B5EF4-FFF2-40B4-BE49-F238E27FC236}">
                <a16:creationId xmlns:a16="http://schemas.microsoft.com/office/drawing/2014/main" id="{1FBE4275-5D20-417C-942A-C05F7CC628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136525"/>
            <a:ext cx="8229600" cy="857250"/>
          </a:xfrm>
        </p:spPr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for Evaluating Logical Connectives</a:t>
            </a:r>
            <a:endParaRPr lang="en-GB" altLang="en-US" sz="32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125" name="Rectangle 3">
            <a:extLst>
              <a:ext uri="{FF2B5EF4-FFF2-40B4-BE49-F238E27FC236}">
                <a16:creationId xmlns:a16="http://schemas.microsoft.com/office/drawing/2014/main" id="{5CE23251-E6A0-4C06-9A4C-3CE99B411A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63047" y="4502150"/>
            <a:ext cx="8542750" cy="1385083"/>
          </a:xfrm>
        </p:spPr>
        <p:txBody>
          <a:bodyPr>
            <a:normAutofit/>
          </a:bodyPr>
          <a:lstStyle/>
          <a:p>
            <a:pPr marL="0" indent="0" eaLnBrk="1" hangingPunct="1">
              <a:buFontTx/>
              <a:buNone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That is, first, evaluate , next, evaluate   and  (if both are present, parentheses is needed) ,  then evaluate  and  (if both are present, parentheses is needed).</a:t>
            </a:r>
          </a:p>
          <a:p>
            <a:pPr marL="0" indent="0" eaLnBrk="1" hangingPunct="1">
              <a:buFontTx/>
              <a:buNone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7106" name="Slide Number Placeholder 6">
            <a:extLst>
              <a:ext uri="{FF2B5EF4-FFF2-40B4-BE49-F238E27FC236}">
                <a16:creationId xmlns:a16="http://schemas.microsoft.com/office/drawing/2014/main" id="{CF431CAD-4394-4DB1-BEF8-F7BDBCA21B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BB8D4A8-2E91-4DFA-9CDA-92C11E225C07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36</a:t>
            </a:fld>
            <a:endParaRPr lang="en-GB" altLang="en-US" sz="100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FA6A96A-69B6-4B39-B60C-F83D9DB29EE3}"/>
              </a:ext>
            </a:extLst>
          </p:cNvPr>
          <p:cNvGraphicFramePr>
            <a:graphicFrameLocks noGrp="1"/>
          </p:cNvGraphicFramePr>
          <p:nvPr/>
        </p:nvGraphicFramePr>
        <p:xfrm>
          <a:off x="1897063" y="1436688"/>
          <a:ext cx="4891087" cy="2513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20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90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28253"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Order</a:t>
                      </a:r>
                    </a:p>
                  </a:txBody>
                  <a:tcPr marL="68585" marR="68585" marT="34293" marB="34293"/>
                </a:tc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 Connective</a:t>
                      </a:r>
                    </a:p>
                  </a:txBody>
                  <a:tcPr marL="68585" marR="68585" marT="34293" marB="3429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8585" marR="68585" marT="34293" marB="34293"/>
                </a:tc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</a:t>
                      </a:r>
                      <a:endParaRPr lang="en-SG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34293" marB="3429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8585" marR="68585" marT="34293" marB="34293"/>
                </a:tc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, </a:t>
                      </a:r>
                      <a:endParaRPr lang="en-SG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34293" marB="3429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253"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8585" marR="68585" marT="34293" marB="34293"/>
                </a:tc>
                <a:tc>
                  <a:txBody>
                    <a:bodyPr/>
                    <a:lstStyle/>
                    <a:p>
                      <a:r>
                        <a:rPr lang="en-SG" sz="3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Symbol" panose="05050102010706020507" pitchFamily="18" charset="2"/>
                        </a:rPr>
                        <a:t>, </a:t>
                      </a:r>
                      <a:endParaRPr lang="en-SG" sz="3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5" marR="68585" marT="34293" marB="34293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>
            <a:extLst>
              <a:ext uri="{FF2B5EF4-FFF2-40B4-BE49-F238E27FC236}">
                <a16:creationId xmlns:a16="http://schemas.microsoft.com/office/drawing/2014/main" id="{D5D485FD-5934-405E-9778-0887FF54E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Tables For Compound Statements: Example</a:t>
            </a:r>
            <a:endParaRPr lang="en-US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AF4691F5-8044-4C64-A0D1-888D39F7C57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(i)	Construct the truth table for the compound 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P.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30" name="Slide Number Placeholder 6">
            <a:extLst>
              <a:ext uri="{FF2B5EF4-FFF2-40B4-BE49-F238E27FC236}">
                <a16:creationId xmlns:a16="http://schemas.microsoft.com/office/drawing/2014/main" id="{A5A61D77-7EDD-42B7-9DC1-3FFAB44A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C8DB9AB-E31C-402E-9645-39E24899505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37</a:t>
            </a:fld>
            <a:endParaRPr lang="en-GB" altLang="en-US" sz="1400"/>
          </a:p>
        </p:txBody>
      </p:sp>
      <p:sp>
        <p:nvSpPr>
          <p:cNvPr id="262149" name="Rectangle 5">
            <a:extLst>
              <a:ext uri="{FF2B5EF4-FFF2-40B4-BE49-F238E27FC236}">
                <a16:creationId xmlns:a16="http://schemas.microsoft.com/office/drawing/2014/main" id="{A9B47A3C-CB2F-491C-A6B0-053B969AA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0" name="Rectangle 6">
            <a:extLst>
              <a:ext uri="{FF2B5EF4-FFF2-40B4-BE49-F238E27FC236}">
                <a16:creationId xmlns:a16="http://schemas.microsoft.com/office/drawing/2014/main" id="{C8E0156D-9C4D-4AAF-82C5-6915C0EE4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1" name="Rectangle 7">
            <a:extLst>
              <a:ext uri="{FF2B5EF4-FFF2-40B4-BE49-F238E27FC236}">
                <a16:creationId xmlns:a16="http://schemas.microsoft.com/office/drawing/2014/main" id="{FACDCF0D-B205-4319-BE3A-117E994D22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3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2" name="Rectangle 8">
            <a:extLst>
              <a:ext uri="{FF2B5EF4-FFF2-40B4-BE49-F238E27FC236}">
                <a16:creationId xmlns:a16="http://schemas.microsoft.com/office/drawing/2014/main" id="{77884D08-8835-4B21-B6D0-87D6C7E38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3" name="Rectangle 9">
            <a:extLst>
              <a:ext uri="{FF2B5EF4-FFF2-40B4-BE49-F238E27FC236}">
                <a16:creationId xmlns:a16="http://schemas.microsoft.com/office/drawing/2014/main" id="{7C8ED23C-9985-42AF-9380-D81A66653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4" name="Rectangle 10">
            <a:extLst>
              <a:ext uri="{FF2B5EF4-FFF2-40B4-BE49-F238E27FC236}">
                <a16:creationId xmlns:a16="http://schemas.microsoft.com/office/drawing/2014/main" id="{355772F4-7FC6-4EE6-A309-35397571B8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3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57" name="Rectangle 13">
            <a:extLst>
              <a:ext uri="{FF2B5EF4-FFF2-40B4-BE49-F238E27FC236}">
                <a16:creationId xmlns:a16="http://schemas.microsoft.com/office/drawing/2014/main" id="{72D28733-717F-495A-B063-CB651CBA5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4463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~ 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2162" name="Rectangle 18">
            <a:extLst>
              <a:ext uri="{FF2B5EF4-FFF2-40B4-BE49-F238E27FC236}">
                <a16:creationId xmlns:a16="http://schemas.microsoft.com/office/drawing/2014/main" id="{8BC5A95C-3162-4AB3-A227-7EF2F5E4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3363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P</a:t>
            </a:r>
          </a:p>
        </p:txBody>
      </p:sp>
      <p:sp>
        <p:nvSpPr>
          <p:cNvPr id="48141" name="Rectangle 19">
            <a:extLst>
              <a:ext uri="{FF2B5EF4-FFF2-40B4-BE49-F238E27FC236}">
                <a16:creationId xmlns:a16="http://schemas.microsoft.com/office/drawing/2014/main" id="{4F3B487C-3A32-4AD2-BC3B-9AC9E2E356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5563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142" name="Line 20">
            <a:extLst>
              <a:ext uri="{FF2B5EF4-FFF2-40B4-BE49-F238E27FC236}">
                <a16:creationId xmlns:a16="http://schemas.microsoft.com/office/drawing/2014/main" id="{AE46268E-730D-48F7-A0FE-7EAD497AAE3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3135313"/>
            <a:ext cx="4076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3" name="Line 21">
            <a:extLst>
              <a:ext uri="{FF2B5EF4-FFF2-40B4-BE49-F238E27FC236}">
                <a16:creationId xmlns:a16="http://schemas.microsoft.com/office/drawing/2014/main" id="{894817B0-408D-46CB-A7C3-14F6743857D3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3594100"/>
            <a:ext cx="4076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4" name="Line 23">
            <a:extLst>
              <a:ext uri="{FF2B5EF4-FFF2-40B4-BE49-F238E27FC236}">
                <a16:creationId xmlns:a16="http://schemas.microsoft.com/office/drawing/2014/main" id="{22D962B4-6883-450C-915F-A4A43C7E04C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4510088"/>
            <a:ext cx="40767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5" name="Line 24">
            <a:extLst>
              <a:ext uri="{FF2B5EF4-FFF2-40B4-BE49-F238E27FC236}">
                <a16:creationId xmlns:a16="http://schemas.microsoft.com/office/drawing/2014/main" id="{39C3130A-0652-4BC7-9CB5-8681B1E51D44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3135313"/>
            <a:ext cx="0" cy="13747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6" name="Line 25">
            <a:extLst>
              <a:ext uri="{FF2B5EF4-FFF2-40B4-BE49-F238E27FC236}">
                <a16:creationId xmlns:a16="http://schemas.microsoft.com/office/drawing/2014/main" id="{A89AF939-68BA-4E56-B6E1-7A325D3D64BD}"/>
              </a:ext>
            </a:extLst>
          </p:cNvPr>
          <p:cNvSpPr>
            <a:spLocks noChangeShapeType="1"/>
          </p:cNvSpPr>
          <p:nvPr/>
        </p:nvSpPr>
        <p:spPr bwMode="auto">
          <a:xfrm>
            <a:off x="3954463" y="3135313"/>
            <a:ext cx="0" cy="1374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7" name="Line 26">
            <a:extLst>
              <a:ext uri="{FF2B5EF4-FFF2-40B4-BE49-F238E27FC236}">
                <a16:creationId xmlns:a16="http://schemas.microsoft.com/office/drawing/2014/main" id="{1E02504E-0309-4E4F-92CC-D139162E5C74}"/>
              </a:ext>
            </a:extLst>
          </p:cNvPr>
          <p:cNvSpPr>
            <a:spLocks noChangeShapeType="1"/>
          </p:cNvSpPr>
          <p:nvPr/>
        </p:nvSpPr>
        <p:spPr bwMode="auto">
          <a:xfrm>
            <a:off x="6672263" y="3135313"/>
            <a:ext cx="0" cy="1374775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8" name="Line 27">
            <a:extLst>
              <a:ext uri="{FF2B5EF4-FFF2-40B4-BE49-F238E27FC236}">
                <a16:creationId xmlns:a16="http://schemas.microsoft.com/office/drawing/2014/main" id="{CF7A3B7F-6002-415C-977C-CDAF6B12C7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3363" y="3135313"/>
            <a:ext cx="0" cy="13747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8149" name="Line 28">
            <a:extLst>
              <a:ext uri="{FF2B5EF4-FFF2-40B4-BE49-F238E27FC236}">
                <a16:creationId xmlns:a16="http://schemas.microsoft.com/office/drawing/2014/main" id="{F2D7C4CE-C4C9-4691-8F02-E612F526C3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595563" y="4051300"/>
            <a:ext cx="40767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2178" name="Oval 34">
            <a:extLst>
              <a:ext uri="{FF2B5EF4-FFF2-40B4-BE49-F238E27FC236}">
                <a16:creationId xmlns:a16="http://schemas.microsoft.com/office/drawing/2014/main" id="{EFA1E33E-7922-4706-88F0-7C97F7DDA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62288" y="3597275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2179" name="Oval 35">
            <a:extLst>
              <a:ext uri="{FF2B5EF4-FFF2-40B4-BE49-F238E27FC236}">
                <a16:creationId xmlns:a16="http://schemas.microsoft.com/office/drawing/2014/main" id="{0EC2742E-699A-4B23-A3FC-447B580FC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9588" y="4070350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2180" name="Oval 36">
            <a:extLst>
              <a:ext uri="{FF2B5EF4-FFF2-40B4-BE49-F238E27FC236}">
                <a16:creationId xmlns:a16="http://schemas.microsoft.com/office/drawing/2014/main" id="{DFBD96D7-643C-4FA9-A65F-62A85F389E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35988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2181" name="Oval 37">
            <a:extLst>
              <a:ext uri="{FF2B5EF4-FFF2-40B4-BE49-F238E27FC236}">
                <a16:creationId xmlns:a16="http://schemas.microsoft.com/office/drawing/2014/main" id="{E08DCE7E-EAC3-4CEB-9909-A39F1B55AB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8488" y="40719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8154" name="Text Box 38">
            <a:extLst>
              <a:ext uri="{FF2B5EF4-FFF2-40B4-BE49-F238E27FC236}">
                <a16:creationId xmlns:a16="http://schemas.microsoft.com/office/drawing/2014/main" id="{4956AC02-C2C1-4C0C-9A66-FBDBDF2BA8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65825" y="5994400"/>
            <a:ext cx="2074863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62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62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62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6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1000"/>
                                        <p:tgtEl>
                                          <p:spTgt spid="26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262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2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37" dur="1000"/>
                                        <p:tgtEl>
                                          <p:spTgt spid="262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1000"/>
                                        <p:tgtEl>
                                          <p:spTgt spid="262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262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1000"/>
                                        <p:tgtEl>
                                          <p:spTgt spid="262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53" dur="1000"/>
                                        <p:tgtEl>
                                          <p:spTgt spid="2621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1000"/>
                                        <p:tgtEl>
                                          <p:spTgt spid="26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xit" presetSubtype="16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3" dur="1000"/>
                                        <p:tgtEl>
                                          <p:spTgt spid="2621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66" dur="1000"/>
                                        <p:tgtEl>
                                          <p:spTgt spid="26218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2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1000"/>
                                        <p:tgtEl>
                                          <p:spTgt spid="262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4" presetClass="entr" presetSubtype="16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62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1000"/>
                                        <p:tgtEl>
                                          <p:spTgt spid="26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2149" grpId="0"/>
      <p:bldP spid="262150" grpId="0"/>
      <p:bldP spid="262151" grpId="0"/>
      <p:bldP spid="262152" grpId="0"/>
      <p:bldP spid="262153" grpId="0"/>
      <p:bldP spid="262154" grpId="0"/>
      <p:bldP spid="262157" grpId="0"/>
      <p:bldP spid="262162" grpId="0"/>
      <p:bldP spid="262178" grpId="0" animBg="1"/>
      <p:bldP spid="262178" grpId="1" animBg="1"/>
      <p:bldP spid="262178" grpId="2" animBg="1"/>
      <p:bldP spid="262178" grpId="3" animBg="1"/>
      <p:bldP spid="262179" grpId="0" animBg="1"/>
      <p:bldP spid="262179" grpId="1" animBg="1"/>
      <p:bldP spid="262179" grpId="2" animBg="1"/>
      <p:bldP spid="262180" grpId="0" animBg="1"/>
      <p:bldP spid="262180" grpId="1" animBg="1"/>
      <p:bldP spid="26218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>
            <a:extLst>
              <a:ext uri="{FF2B5EF4-FFF2-40B4-BE49-F238E27FC236}">
                <a16:creationId xmlns:a16="http://schemas.microsoft.com/office/drawing/2014/main" id="{D07D2DC5-589D-462F-AE25-2D359BD32B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Tables For Compound Statements: Example</a:t>
            </a:r>
            <a:endParaRPr lang="en-US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156" name="Rectangle 3">
            <a:extLst>
              <a:ext uri="{FF2B5EF4-FFF2-40B4-BE49-F238E27FC236}">
                <a16:creationId xmlns:a16="http://schemas.microsoft.com/office/drawing/2014/main" id="{6A3660F2-0034-41D7-94F3-F13F3F66D2D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(ii)	Construct the truth table for the compound statement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	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Q.</a:t>
            </a:r>
          </a:p>
        </p:txBody>
      </p:sp>
      <p:sp>
        <p:nvSpPr>
          <p:cNvPr id="49154" name="Slide Number Placeholder 6">
            <a:extLst>
              <a:ext uri="{FF2B5EF4-FFF2-40B4-BE49-F238E27FC236}">
                <a16:creationId xmlns:a16="http://schemas.microsoft.com/office/drawing/2014/main" id="{44EBE627-22FC-4066-A3B6-854A12C3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77C3226-9A46-4FDA-8F25-5AD10650A68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38</a:t>
            </a:fld>
            <a:endParaRPr lang="en-GB" altLang="en-US" sz="1400"/>
          </a:p>
        </p:txBody>
      </p:sp>
      <p:sp>
        <p:nvSpPr>
          <p:cNvPr id="263212" name="Rectangle 44">
            <a:extLst>
              <a:ext uri="{FF2B5EF4-FFF2-40B4-BE49-F238E27FC236}">
                <a16:creationId xmlns:a16="http://schemas.microsoft.com/office/drawing/2014/main" id="{5BA6E61C-0CFF-4E85-B854-09FBBADC1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210" name="Rectangle 42">
            <a:extLst>
              <a:ext uri="{FF2B5EF4-FFF2-40B4-BE49-F238E27FC236}">
                <a16:creationId xmlns:a16="http://schemas.microsoft.com/office/drawing/2014/main" id="{24AC14CD-F6FD-4C86-ABE7-6A6B8C254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208" name="Rectangle 40">
            <a:extLst>
              <a:ext uri="{FF2B5EF4-FFF2-40B4-BE49-F238E27FC236}">
                <a16:creationId xmlns:a16="http://schemas.microsoft.com/office/drawing/2014/main" id="{A98BD263-76DE-4F18-A7B5-EFFB9C426E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206" name="Rectangle 38">
            <a:extLst>
              <a:ext uri="{FF2B5EF4-FFF2-40B4-BE49-F238E27FC236}">
                <a16:creationId xmlns:a16="http://schemas.microsoft.com/office/drawing/2014/main" id="{61F242A0-B731-4838-AC9B-09CC7DB9EF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4051300"/>
            <a:ext cx="1358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203" name="Rectangle 35">
            <a:extLst>
              <a:ext uri="{FF2B5EF4-FFF2-40B4-BE49-F238E27FC236}">
                <a16:creationId xmlns:a16="http://schemas.microsoft.com/office/drawing/2014/main" id="{48788343-2D4F-401B-9F7A-BBEF13D028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4510088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201" name="Rectangle 33">
            <a:extLst>
              <a:ext uri="{FF2B5EF4-FFF2-40B4-BE49-F238E27FC236}">
                <a16:creationId xmlns:a16="http://schemas.microsoft.com/office/drawing/2014/main" id="{72FAEAD1-3ED7-4728-9EBF-29D6BAFFB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4510088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99" name="Rectangle 31">
            <a:extLst>
              <a:ext uri="{FF2B5EF4-FFF2-40B4-BE49-F238E27FC236}">
                <a16:creationId xmlns:a16="http://schemas.microsoft.com/office/drawing/2014/main" id="{2B1F8204-5852-464F-BF6C-E88D0E30D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4510088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97" name="Rectangle 29">
            <a:extLst>
              <a:ext uri="{FF2B5EF4-FFF2-40B4-BE49-F238E27FC236}">
                <a16:creationId xmlns:a16="http://schemas.microsoft.com/office/drawing/2014/main" id="{2CD197DE-2869-478F-BBF5-95CAB13707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4510088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94" name="Rectangle 26">
            <a:extLst>
              <a:ext uri="{FF2B5EF4-FFF2-40B4-BE49-F238E27FC236}">
                <a16:creationId xmlns:a16="http://schemas.microsoft.com/office/drawing/2014/main" id="{2E7FA916-E97A-4436-96FA-28766E663C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4967288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92" name="Rectangle 24">
            <a:extLst>
              <a:ext uri="{FF2B5EF4-FFF2-40B4-BE49-F238E27FC236}">
                <a16:creationId xmlns:a16="http://schemas.microsoft.com/office/drawing/2014/main" id="{CB61E301-F70C-423B-AE5B-CC3982D0E9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90" name="Rectangle 22">
            <a:extLst>
              <a:ext uri="{FF2B5EF4-FFF2-40B4-BE49-F238E27FC236}">
                <a16:creationId xmlns:a16="http://schemas.microsoft.com/office/drawing/2014/main" id="{1F84D38A-D662-4B0B-96DC-0263EFAC5B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6138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~ P</a:t>
            </a:r>
          </a:p>
        </p:txBody>
      </p:sp>
      <p:sp>
        <p:nvSpPr>
          <p:cNvPr id="263173" name="Rectangle 5">
            <a:extLst>
              <a:ext uri="{FF2B5EF4-FFF2-40B4-BE49-F238E27FC236}">
                <a16:creationId xmlns:a16="http://schemas.microsoft.com/office/drawing/2014/main" id="{EC9E6227-83EA-4E5F-B6A7-A7A739B67E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4967288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4" name="Rectangle 6">
            <a:extLst>
              <a:ext uri="{FF2B5EF4-FFF2-40B4-BE49-F238E27FC236}">
                <a16:creationId xmlns:a16="http://schemas.microsoft.com/office/drawing/2014/main" id="{1E725ACA-04C8-414C-8DAB-EFB07AB40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4967288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5" name="Rectangle 7">
            <a:extLst>
              <a:ext uri="{FF2B5EF4-FFF2-40B4-BE49-F238E27FC236}">
                <a16:creationId xmlns:a16="http://schemas.microsoft.com/office/drawing/2014/main" id="{4F344759-A11A-42B9-A751-C83654EFA5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4967288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6" name="Rectangle 8">
            <a:extLst>
              <a:ext uri="{FF2B5EF4-FFF2-40B4-BE49-F238E27FC236}">
                <a16:creationId xmlns:a16="http://schemas.microsoft.com/office/drawing/2014/main" id="{8ED740EB-3EB6-45D1-BE80-2A14DEBD3B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7" name="Rectangle 9">
            <a:extLst>
              <a:ext uri="{FF2B5EF4-FFF2-40B4-BE49-F238E27FC236}">
                <a16:creationId xmlns:a16="http://schemas.microsoft.com/office/drawing/2014/main" id="{F573BE7C-1C4B-45E4-BCC8-90DE54F05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78" name="Rectangle 10">
            <a:extLst>
              <a:ext uri="{FF2B5EF4-FFF2-40B4-BE49-F238E27FC236}">
                <a16:creationId xmlns:a16="http://schemas.microsoft.com/office/drawing/2014/main" id="{63E5DBA4-6750-4086-B0AC-F71CE2242D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3594100"/>
            <a:ext cx="1358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74" name="Rectangle 11">
            <a:extLst>
              <a:ext uri="{FF2B5EF4-FFF2-40B4-BE49-F238E27FC236}">
                <a16:creationId xmlns:a16="http://schemas.microsoft.com/office/drawing/2014/main" id="{417748BE-D05A-4519-A3D6-30E757C778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7238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3180" name="Rectangle 12">
            <a:extLst>
              <a:ext uri="{FF2B5EF4-FFF2-40B4-BE49-F238E27FC236}">
                <a16:creationId xmlns:a16="http://schemas.microsoft.com/office/drawing/2014/main" id="{EB87B2A5-77F3-4AE3-B6C8-3CC50C2D2C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5038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49176" name="Rectangle 13">
            <a:extLst>
              <a:ext uri="{FF2B5EF4-FFF2-40B4-BE49-F238E27FC236}">
                <a16:creationId xmlns:a16="http://schemas.microsoft.com/office/drawing/2014/main" id="{E1AB67D5-1A40-401E-BDF3-483E8094F8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3135313"/>
            <a:ext cx="1358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177" name="Line 14">
            <a:extLst>
              <a:ext uri="{FF2B5EF4-FFF2-40B4-BE49-F238E27FC236}">
                <a16:creationId xmlns:a16="http://schemas.microsoft.com/office/drawing/2014/main" id="{25359B8D-FC06-4C2C-BF50-9F116D8A6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3135313"/>
            <a:ext cx="5435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78" name="Line 15">
            <a:extLst>
              <a:ext uri="{FF2B5EF4-FFF2-40B4-BE49-F238E27FC236}">
                <a16:creationId xmlns:a16="http://schemas.microsoft.com/office/drawing/2014/main" id="{8AE2821F-2577-4386-BE6A-7C526E5ED84D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3594100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79" name="Line 16">
            <a:extLst>
              <a:ext uri="{FF2B5EF4-FFF2-40B4-BE49-F238E27FC236}">
                <a16:creationId xmlns:a16="http://schemas.microsoft.com/office/drawing/2014/main" id="{3C963757-B63B-4059-A29D-758335F92CC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5426075"/>
            <a:ext cx="5435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0" name="Line 17">
            <a:extLst>
              <a:ext uri="{FF2B5EF4-FFF2-40B4-BE49-F238E27FC236}">
                <a16:creationId xmlns:a16="http://schemas.microsoft.com/office/drawing/2014/main" id="{93A4FEB7-A21E-4BAC-9580-62D606B5A6E5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3135313"/>
            <a:ext cx="0" cy="22907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1" name="Line 18">
            <a:extLst>
              <a:ext uri="{FF2B5EF4-FFF2-40B4-BE49-F238E27FC236}">
                <a16:creationId xmlns:a16="http://schemas.microsoft.com/office/drawing/2014/main" id="{50F8AEFA-CEE7-421E-A378-8AD6581B3F56}"/>
              </a:ext>
            </a:extLst>
          </p:cNvPr>
          <p:cNvSpPr>
            <a:spLocks noChangeShapeType="1"/>
          </p:cNvSpPr>
          <p:nvPr/>
        </p:nvSpPr>
        <p:spPr bwMode="auto">
          <a:xfrm>
            <a:off x="3297238" y="3135313"/>
            <a:ext cx="0" cy="2290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2" name="Line 19">
            <a:extLst>
              <a:ext uri="{FF2B5EF4-FFF2-40B4-BE49-F238E27FC236}">
                <a16:creationId xmlns:a16="http://schemas.microsoft.com/office/drawing/2014/main" id="{7743C677-1B7D-43D2-994E-2CEDB3A17EF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3938" y="3135313"/>
            <a:ext cx="0" cy="2290762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3" name="Line 20">
            <a:extLst>
              <a:ext uri="{FF2B5EF4-FFF2-40B4-BE49-F238E27FC236}">
                <a16:creationId xmlns:a16="http://schemas.microsoft.com/office/drawing/2014/main" id="{E6FA1E6A-6ADA-4036-9541-77392E39C7FF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3135313"/>
            <a:ext cx="0" cy="2290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4" name="Line 21">
            <a:extLst>
              <a:ext uri="{FF2B5EF4-FFF2-40B4-BE49-F238E27FC236}">
                <a16:creationId xmlns:a16="http://schemas.microsoft.com/office/drawing/2014/main" id="{36EBBEA9-DE02-4232-B049-F84C9EC4296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4051300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5" name="Line 23">
            <a:extLst>
              <a:ext uri="{FF2B5EF4-FFF2-40B4-BE49-F238E27FC236}">
                <a16:creationId xmlns:a16="http://schemas.microsoft.com/office/drawing/2014/main" id="{B5D0DD0F-3CE1-42C1-BDCD-CAF5E6340FEE}"/>
              </a:ext>
            </a:extLst>
          </p:cNvPr>
          <p:cNvSpPr>
            <a:spLocks noChangeShapeType="1"/>
          </p:cNvSpPr>
          <p:nvPr/>
        </p:nvSpPr>
        <p:spPr bwMode="auto">
          <a:xfrm>
            <a:off x="6015038" y="3135313"/>
            <a:ext cx="0" cy="22907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6" name="Line 30">
            <a:extLst>
              <a:ext uri="{FF2B5EF4-FFF2-40B4-BE49-F238E27FC236}">
                <a16:creationId xmlns:a16="http://schemas.microsoft.com/office/drawing/2014/main" id="{2A699FE5-FD7F-4FD1-B8A6-C26B6BE24BE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4967288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49187" name="Line 39">
            <a:extLst>
              <a:ext uri="{FF2B5EF4-FFF2-40B4-BE49-F238E27FC236}">
                <a16:creationId xmlns:a16="http://schemas.microsoft.com/office/drawing/2014/main" id="{C5B9CF3E-40E2-4575-9953-48D31836DC27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4510088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3216" name="Oval 48">
            <a:extLst>
              <a:ext uri="{FF2B5EF4-FFF2-40B4-BE49-F238E27FC236}">
                <a16:creationId xmlns:a16="http://schemas.microsoft.com/office/drawing/2014/main" id="{25234401-5CA1-485F-9F0A-0A4455A9AB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3638" y="35829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17" name="Oval 49">
            <a:extLst>
              <a:ext uri="{FF2B5EF4-FFF2-40B4-BE49-F238E27FC236}">
                <a16:creationId xmlns:a16="http://schemas.microsoft.com/office/drawing/2014/main" id="{CA70084A-87C3-4EDB-9C24-A9E8013804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0938" y="40560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18" name="Oval 50">
            <a:extLst>
              <a:ext uri="{FF2B5EF4-FFF2-40B4-BE49-F238E27FC236}">
                <a16:creationId xmlns:a16="http://schemas.microsoft.com/office/drawing/2014/main" id="{8960C850-2295-4017-A243-0AB230B266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9350" y="45259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19" name="Oval 51">
            <a:extLst>
              <a:ext uri="{FF2B5EF4-FFF2-40B4-BE49-F238E27FC236}">
                <a16:creationId xmlns:a16="http://schemas.microsoft.com/office/drawing/2014/main" id="{DF705A6E-2413-4068-A347-66D7029FC4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6650" y="49990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0" name="Oval 52">
            <a:extLst>
              <a:ext uri="{FF2B5EF4-FFF2-40B4-BE49-F238E27FC236}">
                <a16:creationId xmlns:a16="http://schemas.microsoft.com/office/drawing/2014/main" id="{E872B1CC-5DD1-464A-ADB9-3166242F6B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9675" y="35702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1" name="Oval 53">
            <a:extLst>
              <a:ext uri="{FF2B5EF4-FFF2-40B4-BE49-F238E27FC236}">
                <a16:creationId xmlns:a16="http://schemas.microsoft.com/office/drawing/2014/main" id="{231599ED-F06D-438D-9878-0427AB3F16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975" y="40433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2" name="Oval 54">
            <a:extLst>
              <a:ext uri="{FF2B5EF4-FFF2-40B4-BE49-F238E27FC236}">
                <a16:creationId xmlns:a16="http://schemas.microsoft.com/office/drawing/2014/main" id="{307E9E4E-4FC3-4186-AA80-76E81C2CF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5388" y="45132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3" name="Oval 55">
            <a:extLst>
              <a:ext uri="{FF2B5EF4-FFF2-40B4-BE49-F238E27FC236}">
                <a16:creationId xmlns:a16="http://schemas.microsoft.com/office/drawing/2014/main" id="{2EFEAD3F-9D8B-4E60-87CD-EC5D758156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2688" y="49863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4" name="Oval 56">
            <a:extLst>
              <a:ext uri="{FF2B5EF4-FFF2-40B4-BE49-F238E27FC236}">
                <a16:creationId xmlns:a16="http://schemas.microsoft.com/office/drawing/2014/main" id="{00FE2996-D596-464A-BE73-CF42E0119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21275" y="35702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5" name="Oval 57">
            <a:extLst>
              <a:ext uri="{FF2B5EF4-FFF2-40B4-BE49-F238E27FC236}">
                <a16:creationId xmlns:a16="http://schemas.microsoft.com/office/drawing/2014/main" id="{A98E5A19-B569-4D96-915C-F9E21F32C5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8575" y="40433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6" name="Oval 58">
            <a:extLst>
              <a:ext uri="{FF2B5EF4-FFF2-40B4-BE49-F238E27FC236}">
                <a16:creationId xmlns:a16="http://schemas.microsoft.com/office/drawing/2014/main" id="{FA28CC7A-93AB-4AE8-98E4-8232FF6FA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6988" y="45132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3227" name="Oval 59">
            <a:extLst>
              <a:ext uri="{FF2B5EF4-FFF2-40B4-BE49-F238E27FC236}">
                <a16:creationId xmlns:a16="http://schemas.microsoft.com/office/drawing/2014/main" id="{077E4264-657D-4D53-A800-D4B2BE0DA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94288" y="49863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63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63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63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1000"/>
                                        <p:tgtEl>
                                          <p:spTgt spid="263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1000"/>
                                        <p:tgtEl>
                                          <p:spTgt spid="263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1000"/>
                                        <p:tgtEl>
                                          <p:spTgt spid="263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1000"/>
                                        <p:tgtEl>
                                          <p:spTgt spid="263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1000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1000"/>
                                        <p:tgtEl>
                                          <p:spTgt spid="263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1000"/>
                                        <p:tgtEl>
                                          <p:spTgt spid="263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63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263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9" dur="500"/>
                                        <p:tgtEl>
                                          <p:spTgt spid="263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263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1000"/>
                                        <p:tgtEl>
                                          <p:spTgt spid="26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0" dur="1000"/>
                                        <p:tgtEl>
                                          <p:spTgt spid="263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1000"/>
                                        <p:tgtEl>
                                          <p:spTgt spid="26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1000"/>
                                        <p:tgtEl>
                                          <p:spTgt spid="26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63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63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263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0" dur="500"/>
                                        <p:tgtEl>
                                          <p:spTgt spid="263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63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6" dur="500"/>
                                        <p:tgtEl>
                                          <p:spTgt spid="263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9" dur="500"/>
                                        <p:tgtEl>
                                          <p:spTgt spid="263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263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4" dur="1000"/>
                                        <p:tgtEl>
                                          <p:spTgt spid="263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3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97" dur="1000"/>
                                        <p:tgtEl>
                                          <p:spTgt spid="263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3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0" dur="1000"/>
                                        <p:tgtEl>
                                          <p:spTgt spid="263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3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03" dur="1000"/>
                                        <p:tgtEl>
                                          <p:spTgt spid="263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3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9" dur="100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2" dur="1000"/>
                                        <p:tgtEl>
                                          <p:spTgt spid="263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5" dur="1000"/>
                                        <p:tgtEl>
                                          <p:spTgt spid="263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8" dur="1000"/>
                                        <p:tgtEl>
                                          <p:spTgt spid="263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3212" grpId="0"/>
      <p:bldP spid="263210" grpId="0"/>
      <p:bldP spid="263208" grpId="0"/>
      <p:bldP spid="263206" grpId="0"/>
      <p:bldP spid="263203" grpId="0"/>
      <p:bldP spid="263201" grpId="0"/>
      <p:bldP spid="263199" grpId="0"/>
      <p:bldP spid="263197" grpId="0"/>
      <p:bldP spid="263194" grpId="0"/>
      <p:bldP spid="263192" grpId="0"/>
      <p:bldP spid="263190" grpId="0"/>
      <p:bldP spid="263173" grpId="0"/>
      <p:bldP spid="263174" grpId="0"/>
      <p:bldP spid="263175" grpId="0"/>
      <p:bldP spid="263176" grpId="0"/>
      <p:bldP spid="263177" grpId="0"/>
      <p:bldP spid="263178" grpId="0"/>
      <p:bldP spid="263180" grpId="0"/>
      <p:bldP spid="263216" grpId="0" animBg="1"/>
      <p:bldP spid="263216" grpId="1" animBg="1"/>
      <p:bldP spid="263217" grpId="0" animBg="1"/>
      <p:bldP spid="263217" grpId="1" animBg="1"/>
      <p:bldP spid="263218" grpId="0" animBg="1"/>
      <p:bldP spid="263218" grpId="1" animBg="1"/>
      <p:bldP spid="263219" grpId="0" animBg="1"/>
      <p:bldP spid="263219" grpId="1" animBg="1"/>
      <p:bldP spid="263220" grpId="0" animBg="1"/>
      <p:bldP spid="263221" grpId="0" animBg="1"/>
      <p:bldP spid="263222" grpId="0" animBg="1"/>
      <p:bldP spid="263223" grpId="0" animBg="1"/>
      <p:bldP spid="263224" grpId="0" animBg="1"/>
      <p:bldP spid="263225" grpId="0" animBg="1"/>
      <p:bldP spid="263226" grpId="0" animBg="1"/>
      <p:bldP spid="26322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9" name="Rectangle 2">
            <a:extLst>
              <a:ext uri="{FF2B5EF4-FFF2-40B4-BE49-F238E27FC236}">
                <a16:creationId xmlns:a16="http://schemas.microsoft.com/office/drawing/2014/main" id="{E710CA23-480D-44E9-8807-E39C9811DC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Truth Tables For Compound Statements: Example</a:t>
            </a:r>
            <a:endParaRPr lang="en-US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4195" name="Rectangle 3">
            <a:extLst>
              <a:ext uri="{FF2B5EF4-FFF2-40B4-BE49-F238E27FC236}">
                <a16:creationId xmlns:a16="http://schemas.microsoft.com/office/drawing/2014/main" id="{8D744402-C342-4F6B-84AF-16081E50171F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>
            <a:normAutofit lnSpcReduction="10000"/>
          </a:bodyPr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(iii)	Construct the truth table for the compound statement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~ (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We can ‘see’ from the table that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~ (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is true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true 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true but not both.</a:t>
            </a:r>
          </a:p>
        </p:txBody>
      </p:sp>
      <p:sp>
        <p:nvSpPr>
          <p:cNvPr id="50178" name="Slide Number Placeholder 6">
            <a:extLst>
              <a:ext uri="{FF2B5EF4-FFF2-40B4-BE49-F238E27FC236}">
                <a16:creationId xmlns:a16="http://schemas.microsoft.com/office/drawing/2014/main" id="{B5F9EBBE-559B-4DAA-B298-6E8F32B5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2934D0B-1347-45BE-981F-F9CAD5ADE70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39</a:t>
            </a:fld>
            <a:endParaRPr lang="en-GB" altLang="en-US" sz="1400"/>
          </a:p>
        </p:txBody>
      </p:sp>
      <p:sp>
        <p:nvSpPr>
          <p:cNvPr id="264254" name="Rectangle 62">
            <a:extLst>
              <a:ext uri="{FF2B5EF4-FFF2-40B4-BE49-F238E27FC236}">
                <a16:creationId xmlns:a16="http://schemas.microsoft.com/office/drawing/2014/main" id="{529862F5-3143-471F-B990-D473F47944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4525963"/>
            <a:ext cx="15160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52" name="Rectangle 60">
            <a:extLst>
              <a:ext uri="{FF2B5EF4-FFF2-40B4-BE49-F238E27FC236}">
                <a16:creationId xmlns:a16="http://schemas.microsoft.com/office/drawing/2014/main" id="{62E88475-54DE-4A2A-ADAE-4A2315FB79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4067175"/>
            <a:ext cx="151606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50" name="Rectangle 58">
            <a:extLst>
              <a:ext uri="{FF2B5EF4-FFF2-40B4-BE49-F238E27FC236}">
                <a16:creationId xmlns:a16="http://schemas.microsoft.com/office/drawing/2014/main" id="{60F76188-909C-4FD5-A616-8B0142FCC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3609975"/>
            <a:ext cx="1516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48" name="Rectangle 56">
            <a:extLst>
              <a:ext uri="{FF2B5EF4-FFF2-40B4-BE49-F238E27FC236}">
                <a16:creationId xmlns:a16="http://schemas.microsoft.com/office/drawing/2014/main" id="{5F6ACEBA-2D4D-4E38-8DD2-3F240CBE1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3151188"/>
            <a:ext cx="151606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46" name="Rectangle 54">
            <a:extLst>
              <a:ext uri="{FF2B5EF4-FFF2-40B4-BE49-F238E27FC236}">
                <a16:creationId xmlns:a16="http://schemas.microsoft.com/office/drawing/2014/main" id="{AD7F2A7D-7FDF-4C91-ADBC-6F62090E3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9063" y="2692400"/>
            <a:ext cx="151606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64241" name="Rectangle 49">
            <a:extLst>
              <a:ext uri="{FF2B5EF4-FFF2-40B4-BE49-F238E27FC236}">
                <a16:creationId xmlns:a16="http://schemas.microsoft.com/office/drawing/2014/main" id="{4030AF20-2A5E-4976-8C89-4C7FE4435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525963"/>
            <a:ext cx="10064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39" name="Rectangle 47">
            <a:extLst>
              <a:ext uri="{FF2B5EF4-FFF2-40B4-BE49-F238E27FC236}">
                <a16:creationId xmlns:a16="http://schemas.microsoft.com/office/drawing/2014/main" id="{388A35BF-9608-4F46-8848-1A4BB49D7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4067175"/>
            <a:ext cx="10064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37" name="Rectangle 45">
            <a:extLst>
              <a:ext uri="{FF2B5EF4-FFF2-40B4-BE49-F238E27FC236}">
                <a16:creationId xmlns:a16="http://schemas.microsoft.com/office/drawing/2014/main" id="{3B9A12B5-0782-49F7-9E91-5351694C5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3609975"/>
            <a:ext cx="1006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35" name="Rectangle 43">
            <a:extLst>
              <a:ext uri="{FF2B5EF4-FFF2-40B4-BE49-F238E27FC236}">
                <a16:creationId xmlns:a16="http://schemas.microsoft.com/office/drawing/2014/main" id="{16983344-8523-4583-A5B2-935F21FBAB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3151188"/>
            <a:ext cx="10064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33" name="Rectangle 41">
            <a:extLst>
              <a:ext uri="{FF2B5EF4-FFF2-40B4-BE49-F238E27FC236}">
                <a16:creationId xmlns:a16="http://schemas.microsoft.com/office/drawing/2014/main" id="{80D46B73-371B-45C4-BA54-C454E80D26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2588" y="2692400"/>
            <a:ext cx="10064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264197" name="Rectangle 5">
            <a:extLst>
              <a:ext uri="{FF2B5EF4-FFF2-40B4-BE49-F238E27FC236}">
                <a16:creationId xmlns:a16="http://schemas.microsoft.com/office/drawing/2014/main" id="{EDF0F59E-D4FF-420D-989A-C0B5543D1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3609975"/>
            <a:ext cx="2836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198" name="Rectangle 6">
            <a:extLst>
              <a:ext uri="{FF2B5EF4-FFF2-40B4-BE49-F238E27FC236}">
                <a16:creationId xmlns:a16="http://schemas.microsoft.com/office/drawing/2014/main" id="{61219E7F-7864-48C9-BDDA-06AF68437C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609975"/>
            <a:ext cx="977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199" name="Rectangle 7">
            <a:extLst>
              <a:ext uri="{FF2B5EF4-FFF2-40B4-BE49-F238E27FC236}">
                <a16:creationId xmlns:a16="http://schemas.microsoft.com/office/drawing/2014/main" id="{E63F42E2-803F-4D4E-99F0-32A6CEB6C8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609975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0" name="Rectangle 8">
            <a:extLst>
              <a:ext uri="{FF2B5EF4-FFF2-40B4-BE49-F238E27FC236}">
                <a16:creationId xmlns:a16="http://schemas.microsoft.com/office/drawing/2014/main" id="{F10653F5-944D-4713-8929-0B447D1EC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609975"/>
            <a:ext cx="51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1" name="Rectangle 9">
            <a:extLst>
              <a:ext uri="{FF2B5EF4-FFF2-40B4-BE49-F238E27FC236}">
                <a16:creationId xmlns:a16="http://schemas.microsoft.com/office/drawing/2014/main" id="{14C79125-425B-4374-B53F-1CEA70683E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4067175"/>
            <a:ext cx="283686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2" name="Rectangle 10">
            <a:extLst>
              <a:ext uri="{FF2B5EF4-FFF2-40B4-BE49-F238E27FC236}">
                <a16:creationId xmlns:a16="http://schemas.microsoft.com/office/drawing/2014/main" id="{CA716E58-61FB-4741-B083-8E9EEE88D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4067175"/>
            <a:ext cx="977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3" name="Rectangle 11">
            <a:extLst>
              <a:ext uri="{FF2B5EF4-FFF2-40B4-BE49-F238E27FC236}">
                <a16:creationId xmlns:a16="http://schemas.microsoft.com/office/drawing/2014/main" id="{73913975-B2C2-48D9-9FDE-B2AF58154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067175"/>
            <a:ext cx="4968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4" name="Rectangle 12">
            <a:extLst>
              <a:ext uri="{FF2B5EF4-FFF2-40B4-BE49-F238E27FC236}">
                <a16:creationId xmlns:a16="http://schemas.microsoft.com/office/drawing/2014/main" id="{3ACD4504-A6DA-43AC-B353-B4F981EC4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067175"/>
            <a:ext cx="5175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5" name="Rectangle 13">
            <a:extLst>
              <a:ext uri="{FF2B5EF4-FFF2-40B4-BE49-F238E27FC236}">
                <a16:creationId xmlns:a16="http://schemas.microsoft.com/office/drawing/2014/main" id="{0C7A4B12-0B6A-4BCA-8A67-F97377F761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4525963"/>
            <a:ext cx="977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6" name="Rectangle 14">
            <a:extLst>
              <a:ext uri="{FF2B5EF4-FFF2-40B4-BE49-F238E27FC236}">
                <a16:creationId xmlns:a16="http://schemas.microsoft.com/office/drawing/2014/main" id="{9EA62D76-7FE5-4BD6-8D9D-9E91E65FF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151188"/>
            <a:ext cx="9779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7" name="Rectangle 15">
            <a:extLst>
              <a:ext uri="{FF2B5EF4-FFF2-40B4-BE49-F238E27FC236}">
                <a16:creationId xmlns:a16="http://schemas.microsoft.com/office/drawing/2014/main" id="{4CF72E3B-057A-4578-A219-1026634B73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2692400"/>
            <a:ext cx="9779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264208" name="Rectangle 16">
            <a:extLst>
              <a:ext uri="{FF2B5EF4-FFF2-40B4-BE49-F238E27FC236}">
                <a16:creationId xmlns:a16="http://schemas.microsoft.com/office/drawing/2014/main" id="{77DF4B7D-9370-4622-BEC9-D55AACCE4B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4525963"/>
            <a:ext cx="283686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09" name="Rectangle 17">
            <a:extLst>
              <a:ext uri="{FF2B5EF4-FFF2-40B4-BE49-F238E27FC236}">
                <a16:creationId xmlns:a16="http://schemas.microsoft.com/office/drawing/2014/main" id="{4710B2F3-0968-4B1D-A686-3858DD7968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525963"/>
            <a:ext cx="4968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10" name="Rectangle 18">
            <a:extLst>
              <a:ext uri="{FF2B5EF4-FFF2-40B4-BE49-F238E27FC236}">
                <a16:creationId xmlns:a16="http://schemas.microsoft.com/office/drawing/2014/main" id="{36D275EF-0E33-498E-8AAC-793AC9A2EE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525963"/>
            <a:ext cx="5175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11" name="Rectangle 19">
            <a:extLst>
              <a:ext uri="{FF2B5EF4-FFF2-40B4-BE49-F238E27FC236}">
                <a16:creationId xmlns:a16="http://schemas.microsoft.com/office/drawing/2014/main" id="{F883A473-6AB6-48C6-82B2-4034BCD0E7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3151188"/>
            <a:ext cx="2836863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12" name="Rectangle 20">
            <a:extLst>
              <a:ext uri="{FF2B5EF4-FFF2-40B4-BE49-F238E27FC236}">
                <a16:creationId xmlns:a16="http://schemas.microsoft.com/office/drawing/2014/main" id="{6B891082-5B7A-4106-9A33-F7E3A4E82A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151188"/>
            <a:ext cx="4968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13" name="Rectangle 21">
            <a:extLst>
              <a:ext uri="{FF2B5EF4-FFF2-40B4-BE49-F238E27FC236}">
                <a16:creationId xmlns:a16="http://schemas.microsoft.com/office/drawing/2014/main" id="{B772C933-EBEA-4932-A758-58E58987B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151188"/>
            <a:ext cx="5175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08" name="Rectangle 22">
            <a:extLst>
              <a:ext uri="{FF2B5EF4-FFF2-40B4-BE49-F238E27FC236}">
                <a16:creationId xmlns:a16="http://schemas.microsoft.com/office/drawing/2014/main" id="{D53BC367-B113-4652-9A9E-4C7522DB93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2692400"/>
            <a:ext cx="4968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4215" name="Rectangle 23">
            <a:extLst>
              <a:ext uri="{FF2B5EF4-FFF2-40B4-BE49-F238E27FC236}">
                <a16:creationId xmlns:a16="http://schemas.microsoft.com/office/drawing/2014/main" id="{87E2679A-2EF4-4827-A16F-CB527917DB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5125" y="2692400"/>
            <a:ext cx="2836863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~ (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0210" name="Rectangle 24">
            <a:extLst>
              <a:ext uri="{FF2B5EF4-FFF2-40B4-BE49-F238E27FC236}">
                <a16:creationId xmlns:a16="http://schemas.microsoft.com/office/drawing/2014/main" id="{A8C8E24C-52BE-43B8-B4FE-B736A8A70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2692400"/>
            <a:ext cx="5175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211" name="Line 25">
            <a:extLst>
              <a:ext uri="{FF2B5EF4-FFF2-40B4-BE49-F238E27FC236}">
                <a16:creationId xmlns:a16="http://schemas.microsoft.com/office/drawing/2014/main" id="{E05A58E5-6CF7-44BE-A0CC-E6380A335BD8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2692400"/>
            <a:ext cx="73517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2" name="Line 26">
            <a:extLst>
              <a:ext uri="{FF2B5EF4-FFF2-40B4-BE49-F238E27FC236}">
                <a16:creationId xmlns:a16="http://schemas.microsoft.com/office/drawing/2014/main" id="{D658AE25-DC13-45B8-BCA6-F900411E5B00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151188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3" name="Line 27">
            <a:extLst>
              <a:ext uri="{FF2B5EF4-FFF2-40B4-BE49-F238E27FC236}">
                <a16:creationId xmlns:a16="http://schemas.microsoft.com/office/drawing/2014/main" id="{AE42EC8F-CE0F-44EF-8CC7-D3A9DDAF34A9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4984750"/>
            <a:ext cx="73517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4" name="Line 28">
            <a:extLst>
              <a:ext uri="{FF2B5EF4-FFF2-40B4-BE49-F238E27FC236}">
                <a16:creationId xmlns:a16="http://schemas.microsoft.com/office/drawing/2014/main" id="{CE245BE0-B353-4A86-BACC-60776A5B4B8E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2692400"/>
            <a:ext cx="0" cy="22923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5" name="Line 29">
            <a:extLst>
              <a:ext uri="{FF2B5EF4-FFF2-40B4-BE49-F238E27FC236}">
                <a16:creationId xmlns:a16="http://schemas.microsoft.com/office/drawing/2014/main" id="{0B92A1BF-BEE2-4797-832F-F8ECFC6DB1DA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2692400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6" name="Line 30">
            <a:extLst>
              <a:ext uri="{FF2B5EF4-FFF2-40B4-BE49-F238E27FC236}">
                <a16:creationId xmlns:a16="http://schemas.microsoft.com/office/drawing/2014/main" id="{310CB849-22BB-4624-BCFA-8F1FB155A5B6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988" y="2692400"/>
            <a:ext cx="0" cy="22923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7" name="Line 31">
            <a:extLst>
              <a:ext uri="{FF2B5EF4-FFF2-40B4-BE49-F238E27FC236}">
                <a16:creationId xmlns:a16="http://schemas.microsoft.com/office/drawing/2014/main" id="{7C21EE32-A576-40DD-B695-D8A3E7DCA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4688" y="2692400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8" name="Line 32">
            <a:extLst>
              <a:ext uri="{FF2B5EF4-FFF2-40B4-BE49-F238E27FC236}">
                <a16:creationId xmlns:a16="http://schemas.microsoft.com/office/drawing/2014/main" id="{A427DDE7-C575-4B47-A220-20DB31BB940B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609975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19" name="Line 33">
            <a:extLst>
              <a:ext uri="{FF2B5EF4-FFF2-40B4-BE49-F238E27FC236}">
                <a16:creationId xmlns:a16="http://schemas.microsoft.com/office/drawing/2014/main" id="{3D2ED95D-1A3A-4A78-91AB-3E9CBEC36C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922588" y="2692400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20" name="Line 34">
            <a:extLst>
              <a:ext uri="{FF2B5EF4-FFF2-40B4-BE49-F238E27FC236}">
                <a16:creationId xmlns:a16="http://schemas.microsoft.com/office/drawing/2014/main" id="{F8FB7871-6A9D-44C7-B27B-2AE723B1908D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4525963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21" name="Line 35">
            <a:extLst>
              <a:ext uri="{FF2B5EF4-FFF2-40B4-BE49-F238E27FC236}">
                <a16:creationId xmlns:a16="http://schemas.microsoft.com/office/drawing/2014/main" id="{7679FE17-6458-4A31-AE89-57D343B3BF47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4067175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22" name="Line 42">
            <a:extLst>
              <a:ext uri="{FF2B5EF4-FFF2-40B4-BE49-F238E27FC236}">
                <a16:creationId xmlns:a16="http://schemas.microsoft.com/office/drawing/2014/main" id="{1B11E36E-4660-4CCC-88DA-29136CDAE350}"/>
              </a:ext>
            </a:extLst>
          </p:cNvPr>
          <p:cNvSpPr>
            <a:spLocks noChangeShapeType="1"/>
          </p:cNvSpPr>
          <p:nvPr/>
        </p:nvSpPr>
        <p:spPr bwMode="auto">
          <a:xfrm>
            <a:off x="3929063" y="2692400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0223" name="Line 55">
            <a:extLst>
              <a:ext uri="{FF2B5EF4-FFF2-40B4-BE49-F238E27FC236}">
                <a16:creationId xmlns:a16="http://schemas.microsoft.com/office/drawing/2014/main" id="{CBA16D07-AAB5-4025-BDA3-550999522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45125" y="2692400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64272" name="Oval 80">
            <a:extLst>
              <a:ext uri="{FF2B5EF4-FFF2-40B4-BE49-F238E27FC236}">
                <a16:creationId xmlns:a16="http://schemas.microsoft.com/office/drawing/2014/main" id="{314A5F27-5409-42F0-9FC3-1796B3BC4E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76313" y="3140075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3" name="Oval 81">
            <a:extLst>
              <a:ext uri="{FF2B5EF4-FFF2-40B4-BE49-F238E27FC236}">
                <a16:creationId xmlns:a16="http://schemas.microsoft.com/office/drawing/2014/main" id="{90CEC368-011E-4A4C-904C-665C00C11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3613" y="3613150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4" name="Oval 82">
            <a:extLst>
              <a:ext uri="{FF2B5EF4-FFF2-40B4-BE49-F238E27FC236}">
                <a16:creationId xmlns:a16="http://schemas.microsoft.com/office/drawing/2014/main" id="{C00653BC-2269-4830-8FC4-EA1E1EBCE3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025" y="4083050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5" name="Oval 83">
            <a:extLst>
              <a:ext uri="{FF2B5EF4-FFF2-40B4-BE49-F238E27FC236}">
                <a16:creationId xmlns:a16="http://schemas.microsoft.com/office/drawing/2014/main" id="{7E69EAE2-F287-40A1-BF29-D84B95D8C1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4556125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6" name="Oval 84">
            <a:extLst>
              <a:ext uri="{FF2B5EF4-FFF2-40B4-BE49-F238E27FC236}">
                <a16:creationId xmlns:a16="http://schemas.microsoft.com/office/drawing/2014/main" id="{5F1B5B13-DF74-4300-83CD-4F7F648C20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4950" y="31543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7" name="Oval 85">
            <a:extLst>
              <a:ext uri="{FF2B5EF4-FFF2-40B4-BE49-F238E27FC236}">
                <a16:creationId xmlns:a16="http://schemas.microsoft.com/office/drawing/2014/main" id="{1449BF33-D296-4CBE-BDB6-659A028587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2250" y="36274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8" name="Oval 86">
            <a:extLst>
              <a:ext uri="{FF2B5EF4-FFF2-40B4-BE49-F238E27FC236}">
                <a16:creationId xmlns:a16="http://schemas.microsoft.com/office/drawing/2014/main" id="{37C326FA-453F-4801-AA6F-AD2E54D72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90663" y="40973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79" name="Oval 87">
            <a:extLst>
              <a:ext uri="{FF2B5EF4-FFF2-40B4-BE49-F238E27FC236}">
                <a16:creationId xmlns:a16="http://schemas.microsoft.com/office/drawing/2014/main" id="{83A063EF-0B35-42AA-ABDD-F945D73F0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7963" y="457041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0" name="Oval 88">
            <a:extLst>
              <a:ext uri="{FF2B5EF4-FFF2-40B4-BE49-F238E27FC236}">
                <a16:creationId xmlns:a16="http://schemas.microsoft.com/office/drawing/2014/main" id="{A7E322CB-2BBF-4DCF-8F46-59D17AB96A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19325" y="31257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1" name="Oval 89">
            <a:extLst>
              <a:ext uri="{FF2B5EF4-FFF2-40B4-BE49-F238E27FC236}">
                <a16:creationId xmlns:a16="http://schemas.microsoft.com/office/drawing/2014/main" id="{4316DDD2-BBA2-457E-83F4-685474023D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5988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2" name="Oval 90">
            <a:extLst>
              <a:ext uri="{FF2B5EF4-FFF2-40B4-BE49-F238E27FC236}">
                <a16:creationId xmlns:a16="http://schemas.microsoft.com/office/drawing/2014/main" id="{74AD2A53-AC37-4E12-B2FA-C46FB84AC1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5038" y="40687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3" name="Oval 91">
            <a:extLst>
              <a:ext uri="{FF2B5EF4-FFF2-40B4-BE49-F238E27FC236}">
                <a16:creationId xmlns:a16="http://schemas.microsoft.com/office/drawing/2014/main" id="{578237E6-5E30-4828-97DF-1D31EAE2E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2338" y="45418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4" name="Oval 92">
            <a:extLst>
              <a:ext uri="{FF2B5EF4-FFF2-40B4-BE49-F238E27FC236}">
                <a16:creationId xmlns:a16="http://schemas.microsoft.com/office/drawing/2014/main" id="{302AC5D0-B209-47D0-BC1A-90DFDC56B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9450" y="31257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5" name="Oval 93">
            <a:extLst>
              <a:ext uri="{FF2B5EF4-FFF2-40B4-BE49-F238E27FC236}">
                <a16:creationId xmlns:a16="http://schemas.microsoft.com/office/drawing/2014/main" id="{20AF4890-AC97-4EC9-BCB3-CE24372D7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6750" y="35988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6" name="Oval 94">
            <a:extLst>
              <a:ext uri="{FF2B5EF4-FFF2-40B4-BE49-F238E27FC236}">
                <a16:creationId xmlns:a16="http://schemas.microsoft.com/office/drawing/2014/main" id="{962203AD-638E-4398-A031-A76E9BB55A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5163" y="40687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7" name="Oval 95">
            <a:extLst>
              <a:ext uri="{FF2B5EF4-FFF2-40B4-BE49-F238E27FC236}">
                <a16:creationId xmlns:a16="http://schemas.microsoft.com/office/drawing/2014/main" id="{506B64CF-321B-4B16-98C8-15473A741E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63" y="45418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8" name="Oval 96">
            <a:extLst>
              <a:ext uri="{FF2B5EF4-FFF2-40B4-BE49-F238E27FC236}">
                <a16:creationId xmlns:a16="http://schemas.microsoft.com/office/drawing/2014/main" id="{68CAB0E6-35A0-4F84-8D28-C63F48FEB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0" y="312578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89" name="Oval 97">
            <a:extLst>
              <a:ext uri="{FF2B5EF4-FFF2-40B4-BE49-F238E27FC236}">
                <a16:creationId xmlns:a16="http://schemas.microsoft.com/office/drawing/2014/main" id="{BE4A0950-4A5B-4AA1-95CA-17C712B2CB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4050" y="35988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90" name="Oval 98">
            <a:extLst>
              <a:ext uri="{FF2B5EF4-FFF2-40B4-BE49-F238E27FC236}">
                <a16:creationId xmlns:a16="http://schemas.microsoft.com/office/drawing/2014/main" id="{64E33E58-BE94-4130-A592-45B84ADB88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62463" y="4068763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64291" name="Oval 99">
            <a:extLst>
              <a:ext uri="{FF2B5EF4-FFF2-40B4-BE49-F238E27FC236}">
                <a16:creationId xmlns:a16="http://schemas.microsoft.com/office/drawing/2014/main" id="{AEBD6FA7-E3D2-4D0F-A88C-A96A4AFCCD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763" y="4541838"/>
            <a:ext cx="422275" cy="434975"/>
          </a:xfrm>
          <a:prstGeom prst="ellipse">
            <a:avLst/>
          </a:prstGeom>
          <a:noFill/>
          <a:ln w="38100">
            <a:solidFill>
              <a:srgbClr val="FF00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1000"/>
                                        <p:tgtEl>
                                          <p:spTgt spid="264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1000"/>
                                        <p:tgtEl>
                                          <p:spTgt spid="264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1000"/>
                                        <p:tgtEl>
                                          <p:spTgt spid="264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1000"/>
                                        <p:tgtEl>
                                          <p:spTgt spid="264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1000"/>
                                        <p:tgtEl>
                                          <p:spTgt spid="264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10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1000"/>
                                        <p:tgtEl>
                                          <p:spTgt spid="26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1000"/>
                                        <p:tgtEl>
                                          <p:spTgt spid="264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1000"/>
                                        <p:tgtEl>
                                          <p:spTgt spid="264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10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1000"/>
                                        <p:tgtEl>
                                          <p:spTgt spid="26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1000"/>
                                        <p:tgtEl>
                                          <p:spTgt spid="264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64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26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264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264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5" dur="500"/>
                                        <p:tgtEl>
                                          <p:spTgt spid="264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6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1" dur="500"/>
                                        <p:tgtEl>
                                          <p:spTgt spid="26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26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1000"/>
                                        <p:tgtEl>
                                          <p:spTgt spid="26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10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5" dur="1000"/>
                                        <p:tgtEl>
                                          <p:spTgt spid="26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1000"/>
                                        <p:tgtEl>
                                          <p:spTgt spid="264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3" dur="1000"/>
                                        <p:tgtEl>
                                          <p:spTgt spid="264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1000"/>
                                        <p:tgtEl>
                                          <p:spTgt spid="264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9" dur="1000"/>
                                        <p:tgtEl>
                                          <p:spTgt spid="264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1000"/>
                                        <p:tgtEl>
                                          <p:spTgt spid="264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26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0" dur="500"/>
                                        <p:tgtEl>
                                          <p:spTgt spid="26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264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6" dur="500"/>
                                        <p:tgtEl>
                                          <p:spTgt spid="26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8" presetID="4" presetClass="exit" presetSubtype="16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19" dur="1000"/>
                                        <p:tgtEl>
                                          <p:spTgt spid="2642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2" dur="1000"/>
                                        <p:tgtEl>
                                          <p:spTgt spid="26427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5" dur="1000"/>
                                        <p:tgtEl>
                                          <p:spTgt spid="26427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28" dur="1000"/>
                                        <p:tgtEl>
                                          <p:spTgt spid="2642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1" dur="1000"/>
                                        <p:tgtEl>
                                          <p:spTgt spid="26427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4" dur="1000"/>
                                        <p:tgtEl>
                                          <p:spTgt spid="2642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37" dur="1000"/>
                                        <p:tgtEl>
                                          <p:spTgt spid="2642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40" dur="1000"/>
                                        <p:tgtEl>
                                          <p:spTgt spid="26427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6" dur="1000"/>
                                        <p:tgtEl>
                                          <p:spTgt spid="264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9" dur="1000"/>
                                        <p:tgtEl>
                                          <p:spTgt spid="264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2" dur="1000"/>
                                        <p:tgtEl>
                                          <p:spTgt spid="264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5" dur="1000"/>
                                        <p:tgtEl>
                                          <p:spTgt spid="264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0" dur="500"/>
                                        <p:tgtEl>
                                          <p:spTgt spid="264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3" dur="500"/>
                                        <p:tgtEl>
                                          <p:spTgt spid="26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6" dur="500"/>
                                        <p:tgtEl>
                                          <p:spTgt spid="26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9" dur="500"/>
                                        <p:tgtEl>
                                          <p:spTgt spid="264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2" dur="1000"/>
                                        <p:tgtEl>
                                          <p:spTgt spid="26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5" dur="1000"/>
                                        <p:tgtEl>
                                          <p:spTgt spid="26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8" dur="1000"/>
                                        <p:tgtEl>
                                          <p:spTgt spid="26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1" dur="1000"/>
                                        <p:tgtEl>
                                          <p:spTgt spid="26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2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3" dur="1000"/>
                                        <p:tgtEl>
                                          <p:spTgt spid="26428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6" dur="1000"/>
                                        <p:tgtEl>
                                          <p:spTgt spid="2642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89" dur="1000"/>
                                        <p:tgtEl>
                                          <p:spTgt spid="2642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4" presetClass="exit" presetSubtype="16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ox(in)">
                                      <p:cBhvr>
                                        <p:cTn id="192" dur="1000"/>
                                        <p:tgtEl>
                                          <p:spTgt spid="2642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6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4" fill="hold" nodeType="clickPar">
                      <p:stCondLst>
                        <p:cond delay="indefinite"/>
                      </p:stCondLst>
                      <p:childTnLst>
                        <p:par>
                          <p:cTn id="1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8" dur="1000"/>
                                        <p:tgtEl>
                                          <p:spTgt spid="264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1" dur="10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2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4" dur="1000"/>
                                        <p:tgtEl>
                                          <p:spTgt spid="26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7" dur="1000"/>
                                        <p:tgtEl>
                                          <p:spTgt spid="264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2" dur="1000"/>
                                        <p:tgtEl>
                                          <p:spTgt spid="264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4248" grpId="0"/>
      <p:bldP spid="264246" grpId="0"/>
      <p:bldP spid="264241" grpId="0"/>
      <p:bldP spid="264239" grpId="0"/>
      <p:bldP spid="264237" grpId="0"/>
      <p:bldP spid="264235" grpId="0"/>
      <p:bldP spid="264233" grpId="0"/>
      <p:bldP spid="264197" grpId="0"/>
      <p:bldP spid="264198" grpId="0"/>
      <p:bldP spid="264199" grpId="0"/>
      <p:bldP spid="264200" grpId="0"/>
      <p:bldP spid="264201" grpId="0"/>
      <p:bldP spid="264202" grpId="0"/>
      <p:bldP spid="264203" grpId="0"/>
      <p:bldP spid="264204" grpId="0"/>
      <p:bldP spid="264205" grpId="0"/>
      <p:bldP spid="264206" grpId="0"/>
      <p:bldP spid="264207" grpId="0"/>
      <p:bldP spid="264208" grpId="0"/>
      <p:bldP spid="264209" grpId="0"/>
      <p:bldP spid="264210" grpId="0"/>
      <p:bldP spid="264211" grpId="0"/>
      <p:bldP spid="264212" grpId="0"/>
      <p:bldP spid="264213" grpId="0"/>
      <p:bldP spid="264215" grpId="0"/>
      <p:bldP spid="264272" grpId="0" animBg="1"/>
      <p:bldP spid="264272" grpId="1" animBg="1"/>
      <p:bldP spid="264273" grpId="0" animBg="1"/>
      <p:bldP spid="264273" grpId="1" animBg="1"/>
      <p:bldP spid="264274" grpId="0" animBg="1"/>
      <p:bldP spid="264274" grpId="1" animBg="1"/>
      <p:bldP spid="264275" grpId="0" animBg="1"/>
      <p:bldP spid="264275" grpId="1" animBg="1"/>
      <p:bldP spid="264276" grpId="0" animBg="1"/>
      <p:bldP spid="264276" grpId="1" animBg="1"/>
      <p:bldP spid="264277" grpId="0" animBg="1"/>
      <p:bldP spid="264277" grpId="1" animBg="1"/>
      <p:bldP spid="264278" grpId="0" animBg="1"/>
      <p:bldP spid="264278" grpId="1" animBg="1"/>
      <p:bldP spid="264279" grpId="0" animBg="1"/>
      <p:bldP spid="264279" grpId="1" animBg="1"/>
      <p:bldP spid="264280" grpId="0" animBg="1"/>
      <p:bldP spid="264281" grpId="0" animBg="1"/>
      <p:bldP spid="264282" grpId="0" animBg="1"/>
      <p:bldP spid="264283" grpId="0" animBg="1"/>
      <p:bldP spid="264284" grpId="0" animBg="1"/>
      <p:bldP spid="264284" grpId="1" animBg="1"/>
      <p:bldP spid="264285" grpId="0" animBg="1"/>
      <p:bldP spid="264285" grpId="1" animBg="1"/>
      <p:bldP spid="264286" grpId="0" animBg="1"/>
      <p:bldP spid="264286" grpId="1" animBg="1"/>
      <p:bldP spid="264287" grpId="0" animBg="1"/>
      <p:bldP spid="264287" grpId="1" animBg="1"/>
      <p:bldP spid="264288" grpId="0" animBg="1"/>
      <p:bldP spid="264289" grpId="0" animBg="1"/>
      <p:bldP spid="264290" grpId="0" animBg="1"/>
      <p:bldP spid="26429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2">
            <a:extLst>
              <a:ext uri="{FF2B5EF4-FFF2-40B4-BE49-F238E27FC236}">
                <a16:creationId xmlns:a16="http://schemas.microsoft.com/office/drawing/2014/main" id="{C775A999-EF03-4889-9B0C-9273392E4A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Conditional: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A6211931-F2C4-4ABA-8110-38BD2C60328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conditional of two statements is an “if … then…” statement, or an “implication”. 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In this case,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the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antecedent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hypothesis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condition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, while 	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is the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consequent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51202" name="Slide Number Placeholder 6">
            <a:extLst>
              <a:ext uri="{FF2B5EF4-FFF2-40B4-BE49-F238E27FC236}">
                <a16:creationId xmlns:a16="http://schemas.microsoft.com/office/drawing/2014/main" id="{DF6CD32C-D4C3-474B-838E-E34C91AE9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197DE6A-AE7E-4F01-8268-8ABA494CC68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40</a:t>
            </a:fld>
            <a:endParaRPr lang="en-GB" altLang="en-US" sz="14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7" name="Rectangle 2">
            <a:extLst>
              <a:ext uri="{FF2B5EF4-FFF2-40B4-BE49-F238E27FC236}">
                <a16:creationId xmlns:a16="http://schemas.microsoft.com/office/drawing/2014/main" id="{40D059E2-B30E-4DD4-924E-FB419725A8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Conditional: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276483" name="Rectangle 3">
            <a:extLst>
              <a:ext uri="{FF2B5EF4-FFF2-40B4-BE49-F238E27FC236}">
                <a16:creationId xmlns:a16="http://schemas.microsoft.com/office/drawing/2014/main" id="{31D8DEFD-DDA0-4D12-865C-EB94C29E43B3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statement 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 can be read in any of the following ways.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implies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 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only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then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 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sufficient condition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          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necessary condition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provided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          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whenever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2226" name="Slide Number Placeholder 6">
            <a:extLst>
              <a:ext uri="{FF2B5EF4-FFF2-40B4-BE49-F238E27FC236}">
                <a16:creationId xmlns:a16="http://schemas.microsoft.com/office/drawing/2014/main" id="{9AEA9D26-FEC9-4CF0-91F7-B17D80F08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A88A56D-6593-49C6-81FD-51897BD9C7C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41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76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76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76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76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Rectangle 2">
            <a:extLst>
              <a:ext uri="{FF2B5EF4-FFF2-40B4-BE49-F238E27FC236}">
                <a16:creationId xmlns:a16="http://schemas.microsoft.com/office/drawing/2014/main" id="{511477FC-56F9-4345-8176-2267A771EDA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3250" name="Slide Number Placeholder 6">
            <a:extLst>
              <a:ext uri="{FF2B5EF4-FFF2-40B4-BE49-F238E27FC236}">
                <a16:creationId xmlns:a16="http://schemas.microsoft.com/office/drawing/2014/main" id="{607DE198-AFE2-499A-8B78-C95B84D88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6D3C414-2630-4684-920E-2642C9EEF2F1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42</a:t>
            </a:fld>
            <a:endParaRPr lang="en-GB" altLang="en-US" sz="1400"/>
          </a:p>
        </p:txBody>
      </p:sp>
      <p:sp>
        <p:nvSpPr>
          <p:cNvPr id="53252" name="Rectangle 101">
            <a:extLst>
              <a:ext uri="{FF2B5EF4-FFF2-40B4-BE49-F238E27FC236}">
                <a16:creationId xmlns:a16="http://schemas.microsoft.com/office/drawing/2014/main" id="{4083E7AB-2144-4A46-9684-FFCB870B2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42265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3253" name="Rectangle 99">
            <a:extLst>
              <a:ext uri="{FF2B5EF4-FFF2-40B4-BE49-F238E27FC236}">
                <a16:creationId xmlns:a16="http://schemas.microsoft.com/office/drawing/2014/main" id="{E444957E-1DA5-465E-A997-F62A7BD3A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42265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7601" name="Rectangle 97">
            <a:extLst>
              <a:ext uri="{FF2B5EF4-FFF2-40B4-BE49-F238E27FC236}">
                <a16:creationId xmlns:a16="http://schemas.microsoft.com/office/drawing/2014/main" id="{0A2E721E-2C7A-4A71-9186-C2203E09DB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967038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	I work hard 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I do well.</a:t>
            </a:r>
            <a:endParaRPr lang="en-US" altLang="en-US" sz="2400" dirty="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277599" name="Rectangle 95">
            <a:extLst>
              <a:ext uri="{FF2B5EF4-FFF2-40B4-BE49-F238E27FC236}">
                <a16:creationId xmlns:a16="http://schemas.microsoft.com/office/drawing/2014/main" id="{03AD1B72-1228-4D1B-962C-A647217BB6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967038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endParaRPr lang="en-US" altLang="en-US" sz="1800">
              <a:ea typeface="宋体" panose="02010600030101010101" pitchFamily="2" charset="-122"/>
            </a:endParaRPr>
          </a:p>
        </p:txBody>
      </p:sp>
      <p:sp>
        <p:nvSpPr>
          <p:cNvPr id="277596" name="Rectangle 92">
            <a:extLst>
              <a:ext uri="{FF2B5EF4-FFF2-40B4-BE49-F238E27FC236}">
                <a16:creationId xmlns:a16="http://schemas.microsoft.com/office/drawing/2014/main" id="{C0ECE8D5-F569-4D34-B32D-C4200D294B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333875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is 4.</a:t>
            </a:r>
          </a:p>
        </p:txBody>
      </p:sp>
      <p:sp>
        <p:nvSpPr>
          <p:cNvPr id="277594" name="Rectangle 90">
            <a:extLst>
              <a:ext uri="{FF2B5EF4-FFF2-40B4-BE49-F238E27FC236}">
                <a16:creationId xmlns:a16="http://schemas.microsoft.com/office/drawing/2014/main" id="{790D637E-0873-45D7-82CE-A069BE9C0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333875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en-US" sz="1800" dirty="0">
              <a:ea typeface="宋体" panose="02010600030101010101" pitchFamily="2" charset="-122"/>
            </a:endParaRPr>
          </a:p>
        </p:txBody>
      </p:sp>
      <p:sp>
        <p:nvSpPr>
          <p:cNvPr id="277592" name="Rectangle 88">
            <a:extLst>
              <a:ext uri="{FF2B5EF4-FFF2-40B4-BE49-F238E27FC236}">
                <a16:creationId xmlns:a16="http://schemas.microsoft.com/office/drawing/2014/main" id="{DA7AA6D6-01FE-40AC-903E-14E345023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878263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is 2.</a:t>
            </a:r>
          </a:p>
        </p:txBody>
      </p:sp>
      <p:sp>
        <p:nvSpPr>
          <p:cNvPr id="277590" name="Rectangle 86">
            <a:extLst>
              <a:ext uri="{FF2B5EF4-FFF2-40B4-BE49-F238E27FC236}">
                <a16:creationId xmlns:a16="http://schemas.microsoft.com/office/drawing/2014/main" id="{C3F632D4-30F0-4C1B-AD6E-11B386B53B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87826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en-US" sz="1800" dirty="0">
              <a:ea typeface="宋体" panose="02010600030101010101" pitchFamily="2" charset="-122"/>
            </a:endParaRPr>
          </a:p>
        </p:txBody>
      </p:sp>
      <p:sp>
        <p:nvSpPr>
          <p:cNvPr id="277587" name="Rectangle 83">
            <a:extLst>
              <a:ext uri="{FF2B5EF4-FFF2-40B4-BE49-F238E27FC236}">
                <a16:creationId xmlns:a16="http://schemas.microsoft.com/office/drawing/2014/main" id="{8A182D68-B343-4413-AE13-D511603D1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524510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2 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4</a:t>
            </a:r>
          </a:p>
        </p:txBody>
      </p:sp>
      <p:sp>
        <p:nvSpPr>
          <p:cNvPr id="277585" name="Rectangle 81">
            <a:extLst>
              <a:ext uri="{FF2B5EF4-FFF2-40B4-BE49-F238E27FC236}">
                <a16:creationId xmlns:a16="http://schemas.microsoft.com/office/drawing/2014/main" id="{FFFA18B7-E1F1-4291-98A3-63FBAFD5C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24510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  <a:endParaRPr lang="en-US" altLang="en-US" sz="1800">
              <a:ea typeface="宋体" panose="02010600030101010101" pitchFamily="2" charset="-122"/>
            </a:endParaRPr>
          </a:p>
        </p:txBody>
      </p:sp>
      <p:sp>
        <p:nvSpPr>
          <p:cNvPr id="277583" name="Rectangle 79">
            <a:extLst>
              <a:ext uri="{FF2B5EF4-FFF2-40B4-BE49-F238E27FC236}">
                <a16:creationId xmlns:a16="http://schemas.microsoft.com/office/drawing/2014/main" id="{91F019B1-9E49-4564-9EB5-B413372E8C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789488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being 2 implies that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is 4.</a:t>
            </a:r>
          </a:p>
        </p:txBody>
      </p:sp>
      <p:sp>
        <p:nvSpPr>
          <p:cNvPr id="277581" name="Rectangle 77">
            <a:extLst>
              <a:ext uri="{FF2B5EF4-FFF2-40B4-BE49-F238E27FC236}">
                <a16:creationId xmlns:a16="http://schemas.microsoft.com/office/drawing/2014/main" id="{ED1FCC58-22AA-4E06-95A6-2130AFA212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789488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GB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77526" name="Rectangle 22">
            <a:extLst>
              <a:ext uri="{FF2B5EF4-FFF2-40B4-BE49-F238E27FC236}">
                <a16:creationId xmlns:a16="http://schemas.microsoft.com/office/drawing/2014/main" id="{683942A9-12FE-451E-A91A-10C4F63E7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5825" y="5700713"/>
            <a:ext cx="780097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	Would the meaning change if the arrow were backwards?</a:t>
            </a:r>
          </a:p>
        </p:txBody>
      </p:sp>
      <p:sp>
        <p:nvSpPr>
          <p:cNvPr id="53265" name="Rectangle 21">
            <a:extLst>
              <a:ext uri="{FF2B5EF4-FFF2-40B4-BE49-F238E27FC236}">
                <a16:creationId xmlns:a16="http://schemas.microsoft.com/office/drawing/2014/main" id="{3F8A6D9D-BCD5-46F8-A4BA-A224A981C7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70071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277524" name="Rectangle 20">
            <a:extLst>
              <a:ext uri="{FF2B5EF4-FFF2-40B4-BE49-F238E27FC236}">
                <a16:creationId xmlns:a16="http://schemas.microsoft.com/office/drawing/2014/main" id="{EDF6DA7F-716A-4C84-8DC9-032B02628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511425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	If I work hard then I do well.</a:t>
            </a:r>
            <a:endParaRPr lang="en-US" altLang="en-US" sz="1800">
              <a:ea typeface="宋体" panose="02010600030101010101" pitchFamily="2" charset="-122"/>
            </a:endParaRPr>
          </a:p>
        </p:txBody>
      </p:sp>
      <p:sp>
        <p:nvSpPr>
          <p:cNvPr id="53267" name="Rectangle 19">
            <a:extLst>
              <a:ext uri="{FF2B5EF4-FFF2-40B4-BE49-F238E27FC236}">
                <a16:creationId xmlns:a16="http://schemas.microsoft.com/office/drawing/2014/main" id="{4005A0F5-D786-4FF9-A219-5A5D0B76C0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511425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GB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53268" name="Rectangle 18">
            <a:extLst>
              <a:ext uri="{FF2B5EF4-FFF2-40B4-BE49-F238E27FC236}">
                <a16:creationId xmlns:a16="http://schemas.microsoft.com/office/drawing/2014/main" id="{3C9DE020-356A-4593-AAE3-24E7BCF665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055813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	I do well.</a:t>
            </a:r>
            <a:endParaRPr lang="en-US" altLang="en-US" sz="1800">
              <a:ea typeface="宋体" panose="02010600030101010101" pitchFamily="2" charset="-122"/>
            </a:endParaRPr>
          </a:p>
        </p:txBody>
      </p:sp>
      <p:sp>
        <p:nvSpPr>
          <p:cNvPr id="53269" name="Rectangle 17">
            <a:extLst>
              <a:ext uri="{FF2B5EF4-FFF2-40B4-BE49-F238E27FC236}">
                <a16:creationId xmlns:a16="http://schemas.microsoft.com/office/drawing/2014/main" id="{B7C72F39-1CFE-4851-8956-2219EFE1F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05581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en-US" sz="1800" dirty="0">
              <a:ea typeface="宋体" panose="02010600030101010101" pitchFamily="2" charset="-122"/>
            </a:endParaRPr>
          </a:p>
        </p:txBody>
      </p:sp>
      <p:sp>
        <p:nvSpPr>
          <p:cNvPr id="53270" name="Rectangle 16">
            <a:extLst>
              <a:ext uri="{FF2B5EF4-FFF2-40B4-BE49-F238E27FC236}">
                <a16:creationId xmlns:a16="http://schemas.microsoft.com/office/drawing/2014/main" id="{240FE115-1D26-4691-8E4A-2782B27F76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160020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	I work hard.</a:t>
            </a:r>
            <a:endParaRPr lang="en-US" altLang="en-US" sz="1800">
              <a:ea typeface="宋体" panose="02010600030101010101" pitchFamily="2" charset="-122"/>
            </a:endParaRPr>
          </a:p>
        </p:txBody>
      </p:sp>
      <p:sp>
        <p:nvSpPr>
          <p:cNvPr id="53271" name="Rectangle 15">
            <a:extLst>
              <a:ext uri="{FF2B5EF4-FFF2-40B4-BE49-F238E27FC236}">
                <a16:creationId xmlns:a16="http://schemas.microsoft.com/office/drawing/2014/main" id="{CA9E0353-67E2-4984-AFC5-83A165DD75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160020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  <a:endParaRPr lang="en-US" altLang="en-US" sz="1800" dirty="0">
              <a:ea typeface="宋体" panose="02010600030101010101" pitchFamily="2" charset="-122"/>
            </a:endParaRPr>
          </a:p>
        </p:txBody>
      </p:sp>
      <p:sp>
        <p:nvSpPr>
          <p:cNvPr id="53272" name="Line 25">
            <a:extLst>
              <a:ext uri="{FF2B5EF4-FFF2-40B4-BE49-F238E27FC236}">
                <a16:creationId xmlns:a16="http://schemas.microsoft.com/office/drawing/2014/main" id="{B6D2CF87-A24E-4D67-8A88-0F9F471CF54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1600200"/>
            <a:ext cx="16684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3" name="Line 26">
            <a:extLst>
              <a:ext uri="{FF2B5EF4-FFF2-40B4-BE49-F238E27FC236}">
                <a16:creationId xmlns:a16="http://schemas.microsoft.com/office/drawing/2014/main" id="{FB286BD5-F96C-47D5-AD84-29FCFA61EBE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6156325"/>
            <a:ext cx="16684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4" name="Line 27">
            <a:extLst>
              <a:ext uri="{FF2B5EF4-FFF2-40B4-BE49-F238E27FC236}">
                <a16:creationId xmlns:a16="http://schemas.microsoft.com/office/drawing/2014/main" id="{54FFFDB6-3F4D-47FF-9725-988BEAAF45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16002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5" name="Line 28">
            <a:extLst>
              <a:ext uri="{FF2B5EF4-FFF2-40B4-BE49-F238E27FC236}">
                <a16:creationId xmlns:a16="http://schemas.microsoft.com/office/drawing/2014/main" id="{705893A6-9668-408B-9EC5-2CBB069349C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6002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6" name="Line 117">
            <a:extLst>
              <a:ext uri="{FF2B5EF4-FFF2-40B4-BE49-F238E27FC236}">
                <a16:creationId xmlns:a16="http://schemas.microsoft.com/office/drawing/2014/main" id="{B940A0B0-C1B7-4D6E-ABE8-7B0F4CDC3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1600200"/>
            <a:ext cx="58134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7" name="Line 118">
            <a:extLst>
              <a:ext uri="{FF2B5EF4-FFF2-40B4-BE49-F238E27FC236}">
                <a16:creationId xmlns:a16="http://schemas.microsoft.com/office/drawing/2014/main" id="{B044A4C4-9CCA-48BB-BE69-B5E240CBF6E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0558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8" name="Line 120">
            <a:extLst>
              <a:ext uri="{FF2B5EF4-FFF2-40B4-BE49-F238E27FC236}">
                <a16:creationId xmlns:a16="http://schemas.microsoft.com/office/drawing/2014/main" id="{19DE40B8-9AD6-4ED5-8772-71478C25FB9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0558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79" name="Line 122">
            <a:extLst>
              <a:ext uri="{FF2B5EF4-FFF2-40B4-BE49-F238E27FC236}">
                <a16:creationId xmlns:a16="http://schemas.microsoft.com/office/drawing/2014/main" id="{B97F369B-55EB-4E83-9CEC-CF26C46FE21E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51142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0" name="Line 124">
            <a:extLst>
              <a:ext uri="{FF2B5EF4-FFF2-40B4-BE49-F238E27FC236}">
                <a16:creationId xmlns:a16="http://schemas.microsoft.com/office/drawing/2014/main" id="{2CC3E31F-4B36-46BD-AFA5-220F837A8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51142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1" name="Line 126">
            <a:extLst>
              <a:ext uri="{FF2B5EF4-FFF2-40B4-BE49-F238E27FC236}">
                <a16:creationId xmlns:a16="http://schemas.microsoft.com/office/drawing/2014/main" id="{007682B3-E277-40E2-BA8F-515C8ECF6A1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9670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2" name="Line 128">
            <a:extLst>
              <a:ext uri="{FF2B5EF4-FFF2-40B4-BE49-F238E27FC236}">
                <a16:creationId xmlns:a16="http://schemas.microsoft.com/office/drawing/2014/main" id="{AF189552-6997-4603-9B4B-A098B58E690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9670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3" name="Line 130">
            <a:extLst>
              <a:ext uri="{FF2B5EF4-FFF2-40B4-BE49-F238E27FC236}">
                <a16:creationId xmlns:a16="http://schemas.microsoft.com/office/drawing/2014/main" id="{C30E775D-4CD9-4C2D-BFAC-CC4903EFA1C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34226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4" name="Line 132">
            <a:extLst>
              <a:ext uri="{FF2B5EF4-FFF2-40B4-BE49-F238E27FC236}">
                <a16:creationId xmlns:a16="http://schemas.microsoft.com/office/drawing/2014/main" id="{BA489C5E-0394-4737-B1B2-2130AFA54ED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4226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5" name="Line 134">
            <a:extLst>
              <a:ext uri="{FF2B5EF4-FFF2-40B4-BE49-F238E27FC236}">
                <a16:creationId xmlns:a16="http://schemas.microsoft.com/office/drawing/2014/main" id="{94454883-A206-4D8C-A4D9-D2C911037C61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38782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6" name="Line 136">
            <a:extLst>
              <a:ext uri="{FF2B5EF4-FFF2-40B4-BE49-F238E27FC236}">
                <a16:creationId xmlns:a16="http://schemas.microsoft.com/office/drawing/2014/main" id="{084B5341-9482-4905-8343-ABED179B3F1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8782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7" name="Line 138">
            <a:extLst>
              <a:ext uri="{FF2B5EF4-FFF2-40B4-BE49-F238E27FC236}">
                <a16:creationId xmlns:a16="http://schemas.microsoft.com/office/drawing/2014/main" id="{FF5E9410-8FFD-4C68-BA68-DE605353E7F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433387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8" name="Line 140">
            <a:extLst>
              <a:ext uri="{FF2B5EF4-FFF2-40B4-BE49-F238E27FC236}">
                <a16:creationId xmlns:a16="http://schemas.microsoft.com/office/drawing/2014/main" id="{9C5D43C7-9E0B-42B6-87C2-30651C16CFC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33387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89" name="Line 142">
            <a:extLst>
              <a:ext uri="{FF2B5EF4-FFF2-40B4-BE49-F238E27FC236}">
                <a16:creationId xmlns:a16="http://schemas.microsoft.com/office/drawing/2014/main" id="{3BA72B20-26A3-4A4D-9BA0-5BF62BF319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478948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0" name="Line 144">
            <a:extLst>
              <a:ext uri="{FF2B5EF4-FFF2-40B4-BE49-F238E27FC236}">
                <a16:creationId xmlns:a16="http://schemas.microsoft.com/office/drawing/2014/main" id="{C7EAD164-52B0-4725-96FC-C74F0AF95FD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78948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1" name="Line 146">
            <a:extLst>
              <a:ext uri="{FF2B5EF4-FFF2-40B4-BE49-F238E27FC236}">
                <a16:creationId xmlns:a16="http://schemas.microsoft.com/office/drawing/2014/main" id="{1A532236-D55B-49B1-B7FA-40718CDA5D3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52451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2" name="Line 148">
            <a:extLst>
              <a:ext uri="{FF2B5EF4-FFF2-40B4-BE49-F238E27FC236}">
                <a16:creationId xmlns:a16="http://schemas.microsoft.com/office/drawing/2014/main" id="{91D247CF-D35B-43BD-A109-2A8AB60CE480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2451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3" name="Line 150">
            <a:extLst>
              <a:ext uri="{FF2B5EF4-FFF2-40B4-BE49-F238E27FC236}">
                <a16:creationId xmlns:a16="http://schemas.microsoft.com/office/drawing/2014/main" id="{159BE58B-20CA-4129-ABFE-71F2084645F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57007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4" name="Line 152">
            <a:extLst>
              <a:ext uri="{FF2B5EF4-FFF2-40B4-BE49-F238E27FC236}">
                <a16:creationId xmlns:a16="http://schemas.microsoft.com/office/drawing/2014/main" id="{66E7A1F3-3F3B-4514-A872-0DC6049AE60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7007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3295" name="Line 154">
            <a:extLst>
              <a:ext uri="{FF2B5EF4-FFF2-40B4-BE49-F238E27FC236}">
                <a16:creationId xmlns:a16="http://schemas.microsoft.com/office/drawing/2014/main" id="{C45E216E-CF22-42A2-AB6E-920984E2748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6156325"/>
            <a:ext cx="58134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Rectangle 20">
            <a:extLst>
              <a:ext uri="{FF2B5EF4-FFF2-40B4-BE49-F238E27FC236}">
                <a16:creationId xmlns:a16="http://schemas.microsoft.com/office/drawing/2014/main" id="{7491AA54-A2EB-4F7F-8F0C-E27C27C9D1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154" y="1645444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2">
            <a:extLst>
              <a:ext uri="{FF2B5EF4-FFF2-40B4-BE49-F238E27FC236}">
                <a16:creationId xmlns:a16="http://schemas.microsoft.com/office/drawing/2014/main" id="{1D250B58-4141-421A-8D70-856F594946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4274" name="Slide Number Placeholder 6">
            <a:extLst>
              <a:ext uri="{FF2B5EF4-FFF2-40B4-BE49-F238E27FC236}">
                <a16:creationId xmlns:a16="http://schemas.microsoft.com/office/drawing/2014/main" id="{4834E7A3-36CC-4571-8579-0DA23B49E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7C077F-BBDD-4E11-AD74-62AB46963B8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GB" altLang="en-US" sz="1400"/>
          </a:p>
        </p:txBody>
      </p:sp>
      <p:sp>
        <p:nvSpPr>
          <p:cNvPr id="54276" name="Rectangle 4">
            <a:extLst>
              <a:ext uri="{FF2B5EF4-FFF2-40B4-BE49-F238E27FC236}">
                <a16:creationId xmlns:a16="http://schemas.microsoft.com/office/drawing/2014/main" id="{672DA849-CFB5-414C-8DF4-0179F06A0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32898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4277" name="Rectangle 5">
            <a:extLst>
              <a:ext uri="{FF2B5EF4-FFF2-40B4-BE49-F238E27FC236}">
                <a16:creationId xmlns:a16="http://schemas.microsoft.com/office/drawing/2014/main" id="{36739AFC-605E-4807-80D0-41E82687F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8" name="Rectangle 6">
            <a:extLst>
              <a:ext uri="{FF2B5EF4-FFF2-40B4-BE49-F238E27FC236}">
                <a16:creationId xmlns:a16="http://schemas.microsoft.com/office/drawing/2014/main" id="{7BA11BEA-5AEC-45FB-8CAD-360FAA77E8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79" name="Rectangle 7">
            <a:extLst>
              <a:ext uri="{FF2B5EF4-FFF2-40B4-BE49-F238E27FC236}">
                <a16:creationId xmlns:a16="http://schemas.microsoft.com/office/drawing/2014/main" id="{A2CE2EF0-D5AC-48E3-9C51-206D9AA4BF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79730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0" name="Rectangle 8">
            <a:extLst>
              <a:ext uri="{FF2B5EF4-FFF2-40B4-BE49-F238E27FC236}">
                <a16:creationId xmlns:a16="http://schemas.microsoft.com/office/drawing/2014/main" id="{29408DBB-3D2E-4DB5-AC44-C247DAA3C7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97300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1" name="Rectangle 9">
            <a:extLst>
              <a:ext uri="{FF2B5EF4-FFF2-40B4-BE49-F238E27FC236}">
                <a16:creationId xmlns:a16="http://schemas.microsoft.com/office/drawing/2014/main" id="{B89AB6B0-1E6E-4C14-8905-79CDF3B165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8538" name="Rectangle 10">
            <a:extLst>
              <a:ext uri="{FF2B5EF4-FFF2-40B4-BE49-F238E27FC236}">
                <a16:creationId xmlns:a16="http://schemas.microsoft.com/office/drawing/2014/main" id="{86226C2F-8368-4011-B755-C47E12985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3923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4  </a:t>
            </a: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2 </a:t>
            </a:r>
          </a:p>
        </p:txBody>
      </p:sp>
      <p:sp>
        <p:nvSpPr>
          <p:cNvPr id="54283" name="Rectangle 11">
            <a:extLst>
              <a:ext uri="{FF2B5EF4-FFF2-40B4-BE49-F238E27FC236}">
                <a16:creationId xmlns:a16="http://schemas.microsoft.com/office/drawing/2014/main" id="{C4992612-F8A5-4F1A-A955-E2C2960862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4" name="Rectangle 12">
            <a:extLst>
              <a:ext uri="{FF2B5EF4-FFF2-40B4-BE49-F238E27FC236}">
                <a16:creationId xmlns:a16="http://schemas.microsoft.com/office/drawing/2014/main" id="{C866AB8B-DEC4-4C86-8C9D-2B6177E2CB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6" name="Rectangle 14">
            <a:extLst>
              <a:ext uri="{FF2B5EF4-FFF2-40B4-BE49-F238E27FC236}">
                <a16:creationId xmlns:a16="http://schemas.microsoft.com/office/drawing/2014/main" id="{2FB36D3B-CFD4-460B-8687-BDFF2F2675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7" name="Rectangle 15">
            <a:extLst>
              <a:ext uri="{FF2B5EF4-FFF2-40B4-BE49-F238E27FC236}">
                <a16:creationId xmlns:a16="http://schemas.microsoft.com/office/drawing/2014/main" id="{494C3DC6-D4A4-4A0A-8722-3097F6FDD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8" name="Rectangle 16">
            <a:extLst>
              <a:ext uri="{FF2B5EF4-FFF2-40B4-BE49-F238E27FC236}">
                <a16:creationId xmlns:a16="http://schemas.microsoft.com/office/drawing/2014/main" id="{C41A0727-2B79-4C36-865E-0C6F7EE482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89" name="Rectangle 17">
            <a:extLst>
              <a:ext uri="{FF2B5EF4-FFF2-40B4-BE49-F238E27FC236}">
                <a16:creationId xmlns:a16="http://schemas.microsoft.com/office/drawing/2014/main" id="{4F9CA98A-4622-4978-A648-BA8C6DC55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Write the following statement using connective.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54290" name="Rectangle 18">
            <a:extLst>
              <a:ext uri="{FF2B5EF4-FFF2-40B4-BE49-F238E27FC236}">
                <a16:creationId xmlns:a16="http://schemas.microsoft.com/office/drawing/2014/main" id="{EFF47B2B-8DC1-41B5-96FA-210946D47F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 </a:t>
            </a: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is 4, then </a:t>
            </a: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is plus or minus 2.</a:t>
            </a:r>
          </a:p>
        </p:txBody>
      </p:sp>
      <p:sp>
        <p:nvSpPr>
          <p:cNvPr id="54291" name="Rectangle 19">
            <a:extLst>
              <a:ext uri="{FF2B5EF4-FFF2-40B4-BE49-F238E27FC236}">
                <a16:creationId xmlns:a16="http://schemas.microsoft.com/office/drawing/2014/main" id="{D9D61214-BDCD-42B2-BA98-D1ACBF7551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2" name="Rectangle 20">
            <a:extLst>
              <a:ext uri="{FF2B5EF4-FFF2-40B4-BE49-F238E27FC236}">
                <a16:creationId xmlns:a16="http://schemas.microsoft.com/office/drawing/2014/main" id="{3894A379-33D6-48E9-AF22-9881B975A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293" name="Line 21">
            <a:extLst>
              <a:ext uri="{FF2B5EF4-FFF2-40B4-BE49-F238E27FC236}">
                <a16:creationId xmlns:a16="http://schemas.microsoft.com/office/drawing/2014/main" id="{CE29E881-C926-428E-9657-BA1339E67A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4" name="Line 22">
            <a:extLst>
              <a:ext uri="{FF2B5EF4-FFF2-40B4-BE49-F238E27FC236}">
                <a16:creationId xmlns:a16="http://schemas.microsoft.com/office/drawing/2014/main" id="{FDD0C6E6-1143-44BF-AC14-FE1FC03D4C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65613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5" name="Line 23">
            <a:extLst>
              <a:ext uri="{FF2B5EF4-FFF2-40B4-BE49-F238E27FC236}">
                <a16:creationId xmlns:a16="http://schemas.microsoft.com/office/drawing/2014/main" id="{DE471545-5373-49BC-A500-19D8D5C0B4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6" name="Line 24">
            <a:extLst>
              <a:ext uri="{FF2B5EF4-FFF2-40B4-BE49-F238E27FC236}">
                <a16:creationId xmlns:a16="http://schemas.microsoft.com/office/drawing/2014/main" id="{312B9ED0-8491-4728-8A5D-85D5103EC3F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7" name="Line 25">
            <a:extLst>
              <a:ext uri="{FF2B5EF4-FFF2-40B4-BE49-F238E27FC236}">
                <a16:creationId xmlns:a16="http://schemas.microsoft.com/office/drawing/2014/main" id="{D559C4B0-056F-435F-80F7-39011C20C199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8" name="Line 26">
            <a:extLst>
              <a:ext uri="{FF2B5EF4-FFF2-40B4-BE49-F238E27FC236}">
                <a16:creationId xmlns:a16="http://schemas.microsoft.com/office/drawing/2014/main" id="{E7656761-1422-408E-B44C-F923D403057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299" name="Line 27">
            <a:extLst>
              <a:ext uri="{FF2B5EF4-FFF2-40B4-BE49-F238E27FC236}">
                <a16:creationId xmlns:a16="http://schemas.microsoft.com/office/drawing/2014/main" id="{DD931E07-18A6-4A73-AB8A-2DFD2FA4E3C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0" name="Line 28">
            <a:extLst>
              <a:ext uri="{FF2B5EF4-FFF2-40B4-BE49-F238E27FC236}">
                <a16:creationId xmlns:a16="http://schemas.microsoft.com/office/drawing/2014/main" id="{C4642D60-793D-4759-838F-537EBE33BADC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1" name="Line 29">
            <a:extLst>
              <a:ext uri="{FF2B5EF4-FFF2-40B4-BE49-F238E27FC236}">
                <a16:creationId xmlns:a16="http://schemas.microsoft.com/office/drawing/2014/main" id="{D465219F-7594-497B-9613-B7D6D166225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2" name="Line 30">
            <a:extLst>
              <a:ext uri="{FF2B5EF4-FFF2-40B4-BE49-F238E27FC236}">
                <a16:creationId xmlns:a16="http://schemas.microsoft.com/office/drawing/2014/main" id="{70525857-59BA-4E94-B858-B623E2FBBFD7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3" name="Line 31">
            <a:extLst>
              <a:ext uri="{FF2B5EF4-FFF2-40B4-BE49-F238E27FC236}">
                <a16:creationId xmlns:a16="http://schemas.microsoft.com/office/drawing/2014/main" id="{093FDEA4-72E3-4952-972F-EA7CE6F99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4" name="Line 32">
            <a:extLst>
              <a:ext uri="{FF2B5EF4-FFF2-40B4-BE49-F238E27FC236}">
                <a16:creationId xmlns:a16="http://schemas.microsoft.com/office/drawing/2014/main" id="{CE0CD533-E772-4D17-A976-A49FE637E541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5" name="Line 33">
            <a:extLst>
              <a:ext uri="{FF2B5EF4-FFF2-40B4-BE49-F238E27FC236}">
                <a16:creationId xmlns:a16="http://schemas.microsoft.com/office/drawing/2014/main" id="{420AC1B5-7EF2-47F4-9FE1-BACACF084E5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289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6" name="Line 34">
            <a:extLst>
              <a:ext uri="{FF2B5EF4-FFF2-40B4-BE49-F238E27FC236}">
                <a16:creationId xmlns:a16="http://schemas.microsoft.com/office/drawing/2014/main" id="{D9BDC734-450F-4AC6-8470-2C724087FFF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7" name="Line 35">
            <a:extLst>
              <a:ext uri="{FF2B5EF4-FFF2-40B4-BE49-F238E27FC236}">
                <a16:creationId xmlns:a16="http://schemas.microsoft.com/office/drawing/2014/main" id="{E9B71D00-19CF-4D3F-B5C8-E58F14DAE64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8" name="Line 36">
            <a:extLst>
              <a:ext uri="{FF2B5EF4-FFF2-40B4-BE49-F238E27FC236}">
                <a16:creationId xmlns:a16="http://schemas.microsoft.com/office/drawing/2014/main" id="{3122060C-650B-4D88-83A8-3512F31741C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4265613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54309" name="Line 37">
            <a:extLst>
              <a:ext uri="{FF2B5EF4-FFF2-40B4-BE49-F238E27FC236}">
                <a16:creationId xmlns:a16="http://schemas.microsoft.com/office/drawing/2014/main" id="{122A65DB-E917-4AD9-8FB0-AEF8E3BF779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4265613"/>
            <a:ext cx="64801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9" name="Rectangle 2">
            <a:extLst>
              <a:ext uri="{FF2B5EF4-FFF2-40B4-BE49-F238E27FC236}">
                <a16:creationId xmlns:a16="http://schemas.microsoft.com/office/drawing/2014/main" id="{B0E8EE43-608A-48BC-81C7-D995AAD758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Conditional: Truth Table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0420" name="Rectangle 3">
            <a:extLst>
              <a:ext uri="{FF2B5EF4-FFF2-40B4-BE49-F238E27FC236}">
                <a16:creationId xmlns:a16="http://schemas.microsoft.com/office/drawing/2014/main" id="{93404727-5551-40DC-A542-0AEEE93161A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364820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Conditional: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statements.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7774" name="Group 30">
            <a:extLst>
              <a:ext uri="{FF2B5EF4-FFF2-40B4-BE49-F238E27FC236}">
                <a16:creationId xmlns:a16="http://schemas.microsoft.com/office/drawing/2014/main" id="{E6F4A1BC-091E-4C1F-BC2D-F10B9064FFA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492208692"/>
              </p:ext>
            </p:extLst>
          </p:nvPr>
        </p:nvGraphicFramePr>
        <p:xfrm>
          <a:off x="2533650" y="2717005"/>
          <a:ext cx="4076700" cy="2292352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Q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 </a:t>
                      </a:r>
                      <a:r>
                        <a:rPr kumimoji="0" lang="en-US" sz="24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0418" name="Slide Number Placeholder 6">
            <a:extLst>
              <a:ext uri="{FF2B5EF4-FFF2-40B4-BE49-F238E27FC236}">
                <a16:creationId xmlns:a16="http://schemas.microsoft.com/office/drawing/2014/main" id="{2E88BCFB-063B-42EF-B210-14BE4CECB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6491C5-52FB-4935-8EF7-5A4BAC796B7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44</a:t>
            </a:fld>
            <a:endParaRPr lang="en-GB" altLang="en-US" sz="1400"/>
          </a:p>
        </p:txBody>
      </p:sp>
      <p:sp>
        <p:nvSpPr>
          <p:cNvPr id="2" name="Rectangle 18">
            <a:extLst>
              <a:ext uri="{FF2B5EF4-FFF2-40B4-BE49-F238E27FC236}">
                <a16:creationId xmlns:a16="http://schemas.microsoft.com/office/drawing/2014/main" id="{2466CB7D-2EDE-4A4E-B5F9-0041EECBE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715" y="5512430"/>
            <a:ext cx="76889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buNone/>
            </a:pPr>
            <a:r>
              <a:rPr lang="en-US" altLang="en-US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Note that </a:t>
            </a:r>
            <a:r>
              <a:rPr kumimoji="0" lang="en-US" sz="2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-109" charset="0"/>
                <a:cs typeface="Times New Roman" pitchFamily="-109" charset="0"/>
              </a:rPr>
              <a:t>P </a:t>
            </a:r>
            <a:r>
              <a:rPr kumimoji="0" lang="en-US" sz="2400" b="1" i="0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-109" charset="0"/>
                <a:cs typeface="Times New Roman" pitchFamily="-109" charset="0"/>
                <a:sym typeface="Symbol" pitchFamily="-109" charset="2"/>
              </a:rPr>
              <a:t> </a:t>
            </a:r>
            <a:r>
              <a:rPr kumimoji="0" lang="en-US" sz="2400" b="1" i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-109" charset="0"/>
                <a:cs typeface="Times New Roman" pitchFamily="-109" charset="0"/>
                <a:sym typeface="Symbol" pitchFamily="-109" charset="2"/>
              </a:rPr>
              <a:t>Q </a:t>
            </a:r>
            <a:r>
              <a:rPr kumimoji="0" lang="en-US" sz="2400" b="1" u="none" strike="noStrike" cap="none" normalizeH="0" baseline="0" dirty="0">
                <a:ln>
                  <a:noFill/>
                </a:ln>
                <a:solidFill>
                  <a:srgbClr val="0000FF"/>
                </a:solidFill>
                <a:effectLst/>
                <a:latin typeface="Times New Roman" pitchFamily="-109" charset="0"/>
                <a:cs typeface="Times New Roman" pitchFamily="-109" charset="0"/>
                <a:sym typeface="Symbol" pitchFamily="-109" charset="2"/>
              </a:rPr>
              <a:t>is false only when P = T and Q = F.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1" name="Rectangle 2">
            <a:extLst>
              <a:ext uri="{FF2B5EF4-FFF2-40B4-BE49-F238E27FC236}">
                <a16:creationId xmlns:a16="http://schemas.microsoft.com/office/drawing/2014/main" id="{C9E3521E-4999-448D-AE23-4B98B0F13F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8750A541-B12D-4A5B-924E-32DCF696184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Complete the truth table for the statement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What do you notice about the truth value of this statement?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all cases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the truth value of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is True.</a:t>
            </a:r>
          </a:p>
        </p:txBody>
      </p:sp>
      <p:sp>
        <p:nvSpPr>
          <p:cNvPr id="63490" name="Slide Number Placeholder 6">
            <a:extLst>
              <a:ext uri="{FF2B5EF4-FFF2-40B4-BE49-F238E27FC236}">
                <a16:creationId xmlns:a16="http://schemas.microsoft.com/office/drawing/2014/main" id="{B865221B-15E7-42FB-9C9B-622FD466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517C6D7-7E5D-43D4-B55E-022CD9195DC8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GB" altLang="en-US" sz="1400"/>
          </a:p>
        </p:txBody>
      </p:sp>
      <p:sp>
        <p:nvSpPr>
          <p:cNvPr id="290821" name="Rectangle 5">
            <a:extLst>
              <a:ext uri="{FF2B5EF4-FFF2-40B4-BE49-F238E27FC236}">
                <a16:creationId xmlns:a16="http://schemas.microsoft.com/office/drawing/2014/main" id="{CB366F99-D540-4152-8E4A-66646BA0B6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3424238"/>
            <a:ext cx="233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2" name="Rectangle 6">
            <a:extLst>
              <a:ext uri="{FF2B5EF4-FFF2-40B4-BE49-F238E27FC236}">
                <a16:creationId xmlns:a16="http://schemas.microsoft.com/office/drawing/2014/main" id="{4DA0FA3D-77DB-4839-8043-5B804787C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3424238"/>
            <a:ext cx="1336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3" name="Rectangle 7">
            <a:extLst>
              <a:ext uri="{FF2B5EF4-FFF2-40B4-BE49-F238E27FC236}">
                <a16:creationId xmlns:a16="http://schemas.microsoft.com/office/drawing/2014/main" id="{EA822363-52F0-40FD-B99C-76DC8B732D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3424238"/>
            <a:ext cx="91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4" name="Rectangle 8">
            <a:extLst>
              <a:ext uri="{FF2B5EF4-FFF2-40B4-BE49-F238E27FC236}">
                <a16:creationId xmlns:a16="http://schemas.microsoft.com/office/drawing/2014/main" id="{BD2A7AB3-991A-4EB5-8340-A4248DEDF5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3424238"/>
            <a:ext cx="847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5" name="Rectangle 9">
            <a:extLst>
              <a:ext uri="{FF2B5EF4-FFF2-40B4-BE49-F238E27FC236}">
                <a16:creationId xmlns:a16="http://schemas.microsoft.com/office/drawing/2014/main" id="{1EF12700-1368-4EFE-8A0A-ACE5354CC0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3881438"/>
            <a:ext cx="2336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6" name="Rectangle 10">
            <a:extLst>
              <a:ext uri="{FF2B5EF4-FFF2-40B4-BE49-F238E27FC236}">
                <a16:creationId xmlns:a16="http://schemas.microsoft.com/office/drawing/2014/main" id="{2AB13E15-6EA8-4CAC-B2FC-FB38B00CA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3881438"/>
            <a:ext cx="13366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7" name="Rectangle 11">
            <a:extLst>
              <a:ext uri="{FF2B5EF4-FFF2-40B4-BE49-F238E27FC236}">
                <a16:creationId xmlns:a16="http://schemas.microsoft.com/office/drawing/2014/main" id="{6A2F99BA-5D0C-484B-B7A4-096DDF20C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3881438"/>
            <a:ext cx="9144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8" name="Rectangle 12">
            <a:extLst>
              <a:ext uri="{FF2B5EF4-FFF2-40B4-BE49-F238E27FC236}">
                <a16:creationId xmlns:a16="http://schemas.microsoft.com/office/drawing/2014/main" id="{95885586-F19B-4414-BF55-44C7FB69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3881438"/>
            <a:ext cx="8477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29" name="Rectangle 13">
            <a:extLst>
              <a:ext uri="{FF2B5EF4-FFF2-40B4-BE49-F238E27FC236}">
                <a16:creationId xmlns:a16="http://schemas.microsoft.com/office/drawing/2014/main" id="{5B562119-411D-49A3-8CF9-914FE00699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4340225"/>
            <a:ext cx="13366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0" name="Rectangle 14">
            <a:extLst>
              <a:ext uri="{FF2B5EF4-FFF2-40B4-BE49-F238E27FC236}">
                <a16:creationId xmlns:a16="http://schemas.microsoft.com/office/drawing/2014/main" id="{35917D51-1ECF-49C7-A3A4-E3F81E8253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2965450"/>
            <a:ext cx="13366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1" name="Rectangle 15">
            <a:extLst>
              <a:ext uri="{FF2B5EF4-FFF2-40B4-BE49-F238E27FC236}">
                <a16:creationId xmlns:a16="http://schemas.microsoft.com/office/drawing/2014/main" id="{9264D52A-CEAD-4354-AF3B-CEBB98A3B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0463" y="2506663"/>
            <a:ext cx="13366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</a:p>
        </p:txBody>
      </p:sp>
      <p:sp>
        <p:nvSpPr>
          <p:cNvPr id="290832" name="Rectangle 16">
            <a:extLst>
              <a:ext uri="{FF2B5EF4-FFF2-40B4-BE49-F238E27FC236}">
                <a16:creationId xmlns:a16="http://schemas.microsoft.com/office/drawing/2014/main" id="{3865661C-5A31-42FF-86B7-A7B8FF2565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4340225"/>
            <a:ext cx="2336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3" name="Rectangle 17">
            <a:extLst>
              <a:ext uri="{FF2B5EF4-FFF2-40B4-BE49-F238E27FC236}">
                <a16:creationId xmlns:a16="http://schemas.microsoft.com/office/drawing/2014/main" id="{B3AA4AFC-2597-4138-B953-5071DF1E7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4340225"/>
            <a:ext cx="9144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4" name="Rectangle 18">
            <a:extLst>
              <a:ext uri="{FF2B5EF4-FFF2-40B4-BE49-F238E27FC236}">
                <a16:creationId xmlns:a16="http://schemas.microsoft.com/office/drawing/2014/main" id="{91A9FD4C-E86E-4D36-BC32-BAC9FA258F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4340225"/>
            <a:ext cx="8477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5" name="Rectangle 19">
            <a:extLst>
              <a:ext uri="{FF2B5EF4-FFF2-40B4-BE49-F238E27FC236}">
                <a16:creationId xmlns:a16="http://schemas.microsoft.com/office/drawing/2014/main" id="{3E45E0D0-E9CF-41D3-AF28-68147ACA9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2965450"/>
            <a:ext cx="2336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6" name="Rectangle 20">
            <a:extLst>
              <a:ext uri="{FF2B5EF4-FFF2-40B4-BE49-F238E27FC236}">
                <a16:creationId xmlns:a16="http://schemas.microsoft.com/office/drawing/2014/main" id="{07A896AB-2251-4939-B9D6-C0B993EC67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2965450"/>
            <a:ext cx="9144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7" name="Rectangle 21">
            <a:extLst>
              <a:ext uri="{FF2B5EF4-FFF2-40B4-BE49-F238E27FC236}">
                <a16:creationId xmlns:a16="http://schemas.microsoft.com/office/drawing/2014/main" id="{6E5CCEBD-3D9F-435A-A7ED-DF274D8FC3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965450"/>
            <a:ext cx="8477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10" name="Rectangle 22">
            <a:extLst>
              <a:ext uri="{FF2B5EF4-FFF2-40B4-BE49-F238E27FC236}">
                <a16:creationId xmlns:a16="http://schemas.microsoft.com/office/drawing/2014/main" id="{0E319ABA-3B48-4C59-8B7F-4B8A4D698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86063" y="2506663"/>
            <a:ext cx="9144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0839" name="Rectangle 23">
            <a:extLst>
              <a:ext uri="{FF2B5EF4-FFF2-40B4-BE49-F238E27FC236}">
                <a16:creationId xmlns:a16="http://schemas.microsoft.com/office/drawing/2014/main" id="{F6022097-B715-4A2E-9878-2D246911E0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7138" y="2506663"/>
            <a:ext cx="2336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</p:txBody>
      </p:sp>
      <p:sp>
        <p:nvSpPr>
          <p:cNvPr id="63512" name="Rectangle 24">
            <a:extLst>
              <a:ext uri="{FF2B5EF4-FFF2-40B4-BE49-F238E27FC236}">
                <a16:creationId xmlns:a16="http://schemas.microsoft.com/office/drawing/2014/main" id="{2F48F192-E790-4374-B6CF-CA8F4ECDA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38338" y="2506663"/>
            <a:ext cx="8477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513" name="Line 25">
            <a:extLst>
              <a:ext uri="{FF2B5EF4-FFF2-40B4-BE49-F238E27FC236}">
                <a16:creationId xmlns:a16="http://schemas.microsoft.com/office/drawing/2014/main" id="{BEBAD5CA-ACC2-4A13-B448-86C3B6A53FB4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2506663"/>
            <a:ext cx="5435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4" name="Line 26">
            <a:extLst>
              <a:ext uri="{FF2B5EF4-FFF2-40B4-BE49-F238E27FC236}">
                <a16:creationId xmlns:a16="http://schemas.microsoft.com/office/drawing/2014/main" id="{05E19056-1F13-4F3B-B4CA-C287773A64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2965450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5" name="Line 27">
            <a:extLst>
              <a:ext uri="{FF2B5EF4-FFF2-40B4-BE49-F238E27FC236}">
                <a16:creationId xmlns:a16="http://schemas.microsoft.com/office/drawing/2014/main" id="{92ED6124-95CB-420E-86D5-D63E2DBD6230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4799013"/>
            <a:ext cx="5435600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6" name="Line 28">
            <a:extLst>
              <a:ext uri="{FF2B5EF4-FFF2-40B4-BE49-F238E27FC236}">
                <a16:creationId xmlns:a16="http://schemas.microsoft.com/office/drawing/2014/main" id="{E6CD26C7-71FF-415D-9FC0-EC453ACA7D71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2506663"/>
            <a:ext cx="0" cy="22923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7" name="Line 29">
            <a:extLst>
              <a:ext uri="{FF2B5EF4-FFF2-40B4-BE49-F238E27FC236}">
                <a16:creationId xmlns:a16="http://schemas.microsoft.com/office/drawing/2014/main" id="{9C6B6428-EB27-4FFB-8371-4999CE1EBEA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86063" y="2506663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8" name="Line 30">
            <a:extLst>
              <a:ext uri="{FF2B5EF4-FFF2-40B4-BE49-F238E27FC236}">
                <a16:creationId xmlns:a16="http://schemas.microsoft.com/office/drawing/2014/main" id="{1862F659-7AC9-42BF-8440-C1A93578BA4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3938" y="2506663"/>
            <a:ext cx="0" cy="229235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19" name="Line 31">
            <a:extLst>
              <a:ext uri="{FF2B5EF4-FFF2-40B4-BE49-F238E27FC236}">
                <a16:creationId xmlns:a16="http://schemas.microsoft.com/office/drawing/2014/main" id="{CB8FA88D-58C3-4E0A-9056-EF9B8B60A54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00463" y="2506663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20" name="Line 32">
            <a:extLst>
              <a:ext uri="{FF2B5EF4-FFF2-40B4-BE49-F238E27FC236}">
                <a16:creationId xmlns:a16="http://schemas.microsoft.com/office/drawing/2014/main" id="{01884D78-9D6D-4096-88A2-DE8E6B263F3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3424238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21" name="Line 33">
            <a:extLst>
              <a:ext uri="{FF2B5EF4-FFF2-40B4-BE49-F238E27FC236}">
                <a16:creationId xmlns:a16="http://schemas.microsoft.com/office/drawing/2014/main" id="{335922B2-3B93-49E4-A93A-3B4F5C30327D}"/>
              </a:ext>
            </a:extLst>
          </p:cNvPr>
          <p:cNvSpPr>
            <a:spLocks noChangeShapeType="1"/>
          </p:cNvSpPr>
          <p:nvPr/>
        </p:nvSpPr>
        <p:spPr bwMode="auto">
          <a:xfrm>
            <a:off x="5037138" y="2506663"/>
            <a:ext cx="0" cy="2292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22" name="Line 34">
            <a:extLst>
              <a:ext uri="{FF2B5EF4-FFF2-40B4-BE49-F238E27FC236}">
                <a16:creationId xmlns:a16="http://schemas.microsoft.com/office/drawing/2014/main" id="{6BE80273-7CD2-4116-A571-0E7447BE8389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4340225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3523" name="Line 35">
            <a:extLst>
              <a:ext uri="{FF2B5EF4-FFF2-40B4-BE49-F238E27FC236}">
                <a16:creationId xmlns:a16="http://schemas.microsoft.com/office/drawing/2014/main" id="{BC75A975-CC42-4077-8AD6-2DDB683950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8338" y="3881438"/>
            <a:ext cx="543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08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08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0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90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2908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290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290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90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290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290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2908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908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290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290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290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2908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290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290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290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8" dur="500"/>
                                        <p:tgtEl>
                                          <p:spTgt spid="290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0821" grpId="0"/>
      <p:bldP spid="290822" grpId="0"/>
      <p:bldP spid="290823" grpId="0"/>
      <p:bldP spid="290824" grpId="0"/>
      <p:bldP spid="290825" grpId="0"/>
      <p:bldP spid="290826" grpId="0"/>
      <p:bldP spid="290827" grpId="0"/>
      <p:bldP spid="290828" grpId="0"/>
      <p:bldP spid="290829" grpId="0"/>
      <p:bldP spid="290830" grpId="0"/>
      <p:bldP spid="290831" grpId="0"/>
      <p:bldP spid="290832" grpId="0"/>
      <p:bldP spid="290833" grpId="0"/>
      <p:bldP spid="290834" grpId="0"/>
      <p:bldP spid="290835" grpId="0"/>
      <p:bldP spid="290836" grpId="0"/>
      <p:bldP spid="290837" grpId="0"/>
      <p:bldP spid="290839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5" name="Rectangle 2">
            <a:extLst>
              <a:ext uri="{FF2B5EF4-FFF2-40B4-BE49-F238E27FC236}">
                <a16:creationId xmlns:a16="http://schemas.microsoft.com/office/drawing/2014/main" id="{CE54144E-55C7-482E-82B0-D282ADECE1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Biconditional: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en-US" sz="3600" b="1" i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291843" name="Rectangle 3">
            <a:extLst>
              <a:ext uri="{FF2B5EF4-FFF2-40B4-BE49-F238E27FC236}">
                <a16:creationId xmlns:a16="http://schemas.microsoft.com/office/drawing/2014/main" id="{0AB5556B-5E5C-4F96-A296-E8C749E1617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biconditional statement is a statement of the form 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and only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”, and is true only when each of the operands have the same truth value. The statement 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 can be read in any of the following ways.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if and only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equivalent to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implies and is implied by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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necessary and sufficient condition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In many books, the statement ‘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if and only 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’ is written 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iff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 or 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”.</a:t>
            </a:r>
          </a:p>
        </p:txBody>
      </p:sp>
      <p:sp>
        <p:nvSpPr>
          <p:cNvPr id="64514" name="Slide Number Placeholder 6">
            <a:extLst>
              <a:ext uri="{FF2B5EF4-FFF2-40B4-BE49-F238E27FC236}">
                <a16:creationId xmlns:a16="http://schemas.microsoft.com/office/drawing/2014/main" id="{7FADF8FC-F004-410B-95BB-922178AD9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E3AB614-836E-41BA-B1D3-912A0C5019A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1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18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18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91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91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918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9" name="Rectangle 2">
            <a:extLst>
              <a:ext uri="{FF2B5EF4-FFF2-40B4-BE49-F238E27FC236}">
                <a16:creationId xmlns:a16="http://schemas.microsoft.com/office/drawing/2014/main" id="{8FAC7D47-2AC1-40F0-9610-1D0BAF5776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5538" name="Slide Number Placeholder 6">
            <a:extLst>
              <a:ext uri="{FF2B5EF4-FFF2-40B4-BE49-F238E27FC236}">
                <a16:creationId xmlns:a16="http://schemas.microsoft.com/office/drawing/2014/main" id="{3A3CE3FD-825A-494A-9620-45ED0E83A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C161EC8-5D35-4F53-9A48-4658E536A52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GB" altLang="en-US" sz="1400"/>
          </a:p>
        </p:txBody>
      </p:sp>
      <p:sp>
        <p:nvSpPr>
          <p:cNvPr id="65540" name="Rectangle 4">
            <a:extLst>
              <a:ext uri="{FF2B5EF4-FFF2-40B4-BE49-F238E27FC236}">
                <a16:creationId xmlns:a16="http://schemas.microsoft.com/office/drawing/2014/main" id="{F9075780-4BB5-4FE6-96D8-78EC188E0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42265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41" name="Rectangle 5">
            <a:extLst>
              <a:ext uri="{FF2B5EF4-FFF2-40B4-BE49-F238E27FC236}">
                <a16:creationId xmlns:a16="http://schemas.microsoft.com/office/drawing/2014/main" id="{1099E78D-36E0-4573-AC6E-5D8EAF9F10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42265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870" name="Rectangle 6">
            <a:extLst>
              <a:ext uri="{FF2B5EF4-FFF2-40B4-BE49-F238E27FC236}">
                <a16:creationId xmlns:a16="http://schemas.microsoft.com/office/drawing/2014/main" id="{483CC7CA-FFB4-42B1-8D25-1C210C0A68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6735" y="2942301"/>
            <a:ext cx="568190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baseline="30000" dirty="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= -8 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 = -2.</a:t>
            </a:r>
          </a:p>
        </p:txBody>
      </p:sp>
      <p:sp>
        <p:nvSpPr>
          <p:cNvPr id="292871" name="Rectangle 7">
            <a:extLst>
              <a:ext uri="{FF2B5EF4-FFF2-40B4-BE49-F238E27FC236}">
                <a16:creationId xmlns:a16="http://schemas.microsoft.com/office/drawing/2014/main" id="{7C70EB2C-F2CC-4D3F-870C-2495F8A656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8274" y="2945504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or</a:t>
            </a:r>
          </a:p>
        </p:txBody>
      </p:sp>
      <p:sp>
        <p:nvSpPr>
          <p:cNvPr id="65544" name="Rectangle 8">
            <a:extLst>
              <a:ext uri="{FF2B5EF4-FFF2-40B4-BE49-F238E27FC236}">
                <a16:creationId xmlns:a16="http://schemas.microsoft.com/office/drawing/2014/main" id="{BF90B7DF-A7E9-4F38-A83E-00E07E430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333875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45" name="Rectangle 9">
            <a:extLst>
              <a:ext uri="{FF2B5EF4-FFF2-40B4-BE49-F238E27FC236}">
                <a16:creationId xmlns:a16="http://schemas.microsoft.com/office/drawing/2014/main" id="{E5A55F9D-CC48-435D-9FBD-97BAF375A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333875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6" name="Rectangle 10">
            <a:extLst>
              <a:ext uri="{FF2B5EF4-FFF2-40B4-BE49-F238E27FC236}">
                <a16:creationId xmlns:a16="http://schemas.microsoft.com/office/drawing/2014/main" id="{AC78380F-10E0-4F97-9ABA-717806181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3878263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47" name="Rectangle 11">
            <a:extLst>
              <a:ext uri="{FF2B5EF4-FFF2-40B4-BE49-F238E27FC236}">
                <a16:creationId xmlns:a16="http://schemas.microsoft.com/office/drawing/2014/main" id="{A45F8D31-32BA-4F3D-BE22-0563FC381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387826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48" name="Rectangle 12">
            <a:extLst>
              <a:ext uri="{FF2B5EF4-FFF2-40B4-BE49-F238E27FC236}">
                <a16:creationId xmlns:a16="http://schemas.microsoft.com/office/drawing/2014/main" id="{C7424937-ACA3-4DB6-BFBA-5B98AF24E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524510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49" name="Rectangle 13">
            <a:extLst>
              <a:ext uri="{FF2B5EF4-FFF2-40B4-BE49-F238E27FC236}">
                <a16:creationId xmlns:a16="http://schemas.microsoft.com/office/drawing/2014/main" id="{1188FB7C-DE6E-4A8D-AC7E-455A8E8CC6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24510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0" name="Rectangle 14">
            <a:extLst>
              <a:ext uri="{FF2B5EF4-FFF2-40B4-BE49-F238E27FC236}">
                <a16:creationId xmlns:a16="http://schemas.microsoft.com/office/drawing/2014/main" id="{0C4C8CBE-895C-4D33-99F5-C2612A40E7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4789488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51" name="Rectangle 15">
            <a:extLst>
              <a:ext uri="{FF2B5EF4-FFF2-40B4-BE49-F238E27FC236}">
                <a16:creationId xmlns:a16="http://schemas.microsoft.com/office/drawing/2014/main" id="{0219E390-0E0F-4BCF-B901-6C3092734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4789488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52" name="Rectangle 16">
            <a:extLst>
              <a:ext uri="{FF2B5EF4-FFF2-40B4-BE49-F238E27FC236}">
                <a16:creationId xmlns:a16="http://schemas.microsoft.com/office/drawing/2014/main" id="{BC5D92A9-9D39-44D5-9DF8-66223BC592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5700713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5553" name="Rectangle 17">
            <a:extLst>
              <a:ext uri="{FF2B5EF4-FFF2-40B4-BE49-F238E27FC236}">
                <a16:creationId xmlns:a16="http://schemas.microsoft.com/office/drawing/2014/main" id="{DB0C9EA0-1E39-4E43-8BF7-E595CE9F74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570071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2882" name="Rectangle 18">
            <a:extLst>
              <a:ext uri="{FF2B5EF4-FFF2-40B4-BE49-F238E27FC236}">
                <a16:creationId xmlns:a16="http://schemas.microsoft.com/office/drawing/2014/main" id="{5D794B57-7DDA-4AAB-99B5-CFD819E205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511425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= -8 if and only if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= -2.</a:t>
            </a:r>
          </a:p>
        </p:txBody>
      </p:sp>
      <p:sp>
        <p:nvSpPr>
          <p:cNvPr id="65555" name="Rectangle 19">
            <a:extLst>
              <a:ext uri="{FF2B5EF4-FFF2-40B4-BE49-F238E27FC236}">
                <a16:creationId xmlns:a16="http://schemas.microsoft.com/office/drawing/2014/main" id="{5C7EC0B3-2333-4345-98A8-0832AEE312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511425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GB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65556" name="Rectangle 20">
            <a:extLst>
              <a:ext uri="{FF2B5EF4-FFF2-40B4-BE49-F238E27FC236}">
                <a16:creationId xmlns:a16="http://schemas.microsoft.com/office/drawing/2014/main" id="{5E669E6F-DE43-4AF8-BA80-C93E64F73C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2055813"/>
            <a:ext cx="58134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= -2.</a:t>
            </a:r>
            <a:endParaRPr lang="en-US" altLang="en-US" sz="24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7" name="Rectangle 21">
            <a:extLst>
              <a:ext uri="{FF2B5EF4-FFF2-40B4-BE49-F238E27FC236}">
                <a16:creationId xmlns:a16="http://schemas.microsoft.com/office/drawing/2014/main" id="{446DAB82-314E-4A4B-9967-9FF8F22AA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2055813"/>
            <a:ext cx="16684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5558" name="Rectangle 22">
            <a:extLst>
              <a:ext uri="{FF2B5EF4-FFF2-40B4-BE49-F238E27FC236}">
                <a16:creationId xmlns:a16="http://schemas.microsoft.com/office/drawing/2014/main" id="{EC56F125-A863-400D-9B6C-2760CAD1A6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5" y="1600200"/>
            <a:ext cx="58134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= -8.</a:t>
            </a:r>
            <a:endParaRPr lang="en-US" altLang="en-US" sz="2400" i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5559" name="Rectangle 23">
            <a:extLst>
              <a:ext uri="{FF2B5EF4-FFF2-40B4-BE49-F238E27FC236}">
                <a16:creationId xmlns:a16="http://schemas.microsoft.com/office/drawing/2014/main" id="{90E0100A-6BDA-4907-BCD4-683717F1D2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4913" y="1600200"/>
            <a:ext cx="1668462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2400" i="1" dirty="0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ea typeface="宋体" panose="02010600030101010101" pitchFamily="2" charset="-122"/>
              </a:rPr>
              <a:t>:</a:t>
            </a:r>
          </a:p>
        </p:txBody>
      </p:sp>
      <p:sp>
        <p:nvSpPr>
          <p:cNvPr id="65560" name="Line 24">
            <a:extLst>
              <a:ext uri="{FF2B5EF4-FFF2-40B4-BE49-F238E27FC236}">
                <a16:creationId xmlns:a16="http://schemas.microsoft.com/office/drawing/2014/main" id="{7AA18A1C-FA7D-485E-98B6-548E82D35E9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1600200"/>
            <a:ext cx="16684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1" name="Line 25">
            <a:extLst>
              <a:ext uri="{FF2B5EF4-FFF2-40B4-BE49-F238E27FC236}">
                <a16:creationId xmlns:a16="http://schemas.microsoft.com/office/drawing/2014/main" id="{65F59783-4459-4CCA-9516-C022F2E81EF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6156325"/>
            <a:ext cx="16684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2" name="Line 26">
            <a:extLst>
              <a:ext uri="{FF2B5EF4-FFF2-40B4-BE49-F238E27FC236}">
                <a16:creationId xmlns:a16="http://schemas.microsoft.com/office/drawing/2014/main" id="{3646BFDA-7D14-431B-9935-63815BBCC1A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16002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3" name="Line 27">
            <a:extLst>
              <a:ext uri="{FF2B5EF4-FFF2-40B4-BE49-F238E27FC236}">
                <a16:creationId xmlns:a16="http://schemas.microsoft.com/office/drawing/2014/main" id="{49D02379-5112-4F2F-B770-90EBBAD9F03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6002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4" name="Line 28">
            <a:extLst>
              <a:ext uri="{FF2B5EF4-FFF2-40B4-BE49-F238E27FC236}">
                <a16:creationId xmlns:a16="http://schemas.microsoft.com/office/drawing/2014/main" id="{6E55778C-AA23-4386-B86A-CF3C6867988D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1600200"/>
            <a:ext cx="58134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5" name="Line 29">
            <a:extLst>
              <a:ext uri="{FF2B5EF4-FFF2-40B4-BE49-F238E27FC236}">
                <a16:creationId xmlns:a16="http://schemas.microsoft.com/office/drawing/2014/main" id="{DE1B9AA5-9144-472A-81D4-66859431B5A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0558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6" name="Line 30">
            <a:extLst>
              <a:ext uri="{FF2B5EF4-FFF2-40B4-BE49-F238E27FC236}">
                <a16:creationId xmlns:a16="http://schemas.microsoft.com/office/drawing/2014/main" id="{AF9AFAA8-05FD-49F0-96E2-EDE8B0D3FB7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0558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7" name="Line 31">
            <a:extLst>
              <a:ext uri="{FF2B5EF4-FFF2-40B4-BE49-F238E27FC236}">
                <a16:creationId xmlns:a16="http://schemas.microsoft.com/office/drawing/2014/main" id="{B7856590-9452-4857-A399-1A5B5E4A842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51142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8" name="Line 32">
            <a:extLst>
              <a:ext uri="{FF2B5EF4-FFF2-40B4-BE49-F238E27FC236}">
                <a16:creationId xmlns:a16="http://schemas.microsoft.com/office/drawing/2014/main" id="{69387B1C-A301-49AB-8BE6-277EB5621601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51142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69" name="Line 33">
            <a:extLst>
              <a:ext uri="{FF2B5EF4-FFF2-40B4-BE49-F238E27FC236}">
                <a16:creationId xmlns:a16="http://schemas.microsoft.com/office/drawing/2014/main" id="{3C53FB4F-BE33-4F44-A13B-D9A5666C84D5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29670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0" name="Line 34">
            <a:extLst>
              <a:ext uri="{FF2B5EF4-FFF2-40B4-BE49-F238E27FC236}">
                <a16:creationId xmlns:a16="http://schemas.microsoft.com/office/drawing/2014/main" id="{42D92B23-2D0E-43E4-9038-987D25AE814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9670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1" name="Line 35">
            <a:extLst>
              <a:ext uri="{FF2B5EF4-FFF2-40B4-BE49-F238E27FC236}">
                <a16:creationId xmlns:a16="http://schemas.microsoft.com/office/drawing/2014/main" id="{24444516-DB19-4527-BDCF-E178E87ED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34226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2" name="Line 36">
            <a:extLst>
              <a:ext uri="{FF2B5EF4-FFF2-40B4-BE49-F238E27FC236}">
                <a16:creationId xmlns:a16="http://schemas.microsoft.com/office/drawing/2014/main" id="{155755FF-D118-4FAF-8125-0136F135880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4226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3" name="Line 37">
            <a:extLst>
              <a:ext uri="{FF2B5EF4-FFF2-40B4-BE49-F238E27FC236}">
                <a16:creationId xmlns:a16="http://schemas.microsoft.com/office/drawing/2014/main" id="{379928C3-CCDD-4493-9FCD-ABBCB35C01C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38782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4" name="Line 38">
            <a:extLst>
              <a:ext uri="{FF2B5EF4-FFF2-40B4-BE49-F238E27FC236}">
                <a16:creationId xmlns:a16="http://schemas.microsoft.com/office/drawing/2014/main" id="{D494AD9B-4E06-446C-8FA6-8D9E6095035B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8782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5" name="Line 39">
            <a:extLst>
              <a:ext uri="{FF2B5EF4-FFF2-40B4-BE49-F238E27FC236}">
                <a16:creationId xmlns:a16="http://schemas.microsoft.com/office/drawing/2014/main" id="{AC549ED5-F402-4AF7-80C6-DD2A3CEFEA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433387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6" name="Line 40">
            <a:extLst>
              <a:ext uri="{FF2B5EF4-FFF2-40B4-BE49-F238E27FC236}">
                <a16:creationId xmlns:a16="http://schemas.microsoft.com/office/drawing/2014/main" id="{71D2DBFD-E8C2-48ED-92E8-497C88D3DD9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333875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7" name="Line 41">
            <a:extLst>
              <a:ext uri="{FF2B5EF4-FFF2-40B4-BE49-F238E27FC236}">
                <a16:creationId xmlns:a16="http://schemas.microsoft.com/office/drawing/2014/main" id="{115D3F29-8FA4-4A2F-ADCE-4714F87ADF7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478948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8" name="Line 42">
            <a:extLst>
              <a:ext uri="{FF2B5EF4-FFF2-40B4-BE49-F238E27FC236}">
                <a16:creationId xmlns:a16="http://schemas.microsoft.com/office/drawing/2014/main" id="{5CC88FBB-EA68-40E6-9AE0-32013568EDCC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78948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79" name="Line 43">
            <a:extLst>
              <a:ext uri="{FF2B5EF4-FFF2-40B4-BE49-F238E27FC236}">
                <a16:creationId xmlns:a16="http://schemas.microsoft.com/office/drawing/2014/main" id="{3806EF0F-32A3-424A-BC0B-6CEDE76BD260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52451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80" name="Line 44">
            <a:extLst>
              <a:ext uri="{FF2B5EF4-FFF2-40B4-BE49-F238E27FC236}">
                <a16:creationId xmlns:a16="http://schemas.microsoft.com/office/drawing/2014/main" id="{7307ADDA-3639-45E4-A2A4-119B4704723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24510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81" name="Line 45">
            <a:extLst>
              <a:ext uri="{FF2B5EF4-FFF2-40B4-BE49-F238E27FC236}">
                <a16:creationId xmlns:a16="http://schemas.microsoft.com/office/drawing/2014/main" id="{C5E5DC1C-8BE6-4296-833B-52543E0C8F6C}"/>
              </a:ext>
            </a:extLst>
          </p:cNvPr>
          <p:cNvSpPr>
            <a:spLocks noChangeShapeType="1"/>
          </p:cNvSpPr>
          <p:nvPr/>
        </p:nvSpPr>
        <p:spPr bwMode="auto">
          <a:xfrm>
            <a:off x="1204913" y="57007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82" name="Line 46">
            <a:extLst>
              <a:ext uri="{FF2B5EF4-FFF2-40B4-BE49-F238E27FC236}">
                <a16:creationId xmlns:a16="http://schemas.microsoft.com/office/drawing/2014/main" id="{C8705C62-3B78-48F5-AAE4-2DB008BCB433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70071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5583" name="Line 47">
            <a:extLst>
              <a:ext uri="{FF2B5EF4-FFF2-40B4-BE49-F238E27FC236}">
                <a16:creationId xmlns:a16="http://schemas.microsoft.com/office/drawing/2014/main" id="{E2FBCBE8-C505-4864-BCB6-D3F4FEC30180}"/>
              </a:ext>
            </a:extLst>
          </p:cNvPr>
          <p:cNvSpPr>
            <a:spLocks noChangeShapeType="1"/>
          </p:cNvSpPr>
          <p:nvPr/>
        </p:nvSpPr>
        <p:spPr bwMode="auto">
          <a:xfrm>
            <a:off x="2873375" y="6156325"/>
            <a:ext cx="58134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rnd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2" name="Rectangle 26">
            <a:extLst>
              <a:ext uri="{FF2B5EF4-FFF2-40B4-BE49-F238E27FC236}">
                <a16:creationId xmlns:a16="http://schemas.microsoft.com/office/drawing/2014/main" id="{B729F131-4F6C-48AF-9031-3DCA81342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1589434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28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2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92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2870" grpId="0"/>
      <p:bldP spid="292871" grpId="0"/>
      <p:bldP spid="292882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">
            <a:extLst>
              <a:ext uri="{FF2B5EF4-FFF2-40B4-BE49-F238E27FC236}">
                <a16:creationId xmlns:a16="http://schemas.microsoft.com/office/drawing/2014/main" id="{9272981B-85BD-403F-AFB7-43B09774BF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Biconditional: Note</a:t>
            </a:r>
            <a:endParaRPr lang="en-US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3891" name="Rectangle 3">
            <a:extLst>
              <a:ext uri="{FF2B5EF4-FFF2-40B4-BE49-F238E27FC236}">
                <a16:creationId xmlns:a16="http://schemas.microsoft.com/office/drawing/2014/main" id="{2E6A7EE6-8991-4435-B8F7-A92AD210079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		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= -8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= -2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means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both 		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= -8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= -2 	and  	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= -2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</a:rPr>
              <a:t>3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= -8.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That is,		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means</a:t>
            </a:r>
            <a:endParaRPr lang="en-US" altLang="en-US" sz="2400" i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both 		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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		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and	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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endParaRPr lang="en-US" altLang="en-US" sz="2400" i="1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6562" name="Slide Number Placeholder 6">
            <a:extLst>
              <a:ext uri="{FF2B5EF4-FFF2-40B4-BE49-F238E27FC236}">
                <a16:creationId xmlns:a16="http://schemas.microsoft.com/office/drawing/2014/main" id="{5608755E-2081-4F0B-81FD-F16D2912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C397A88-E2D9-4A55-BD18-1E12EF62EED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3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293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293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>
            <a:extLst>
              <a:ext uri="{FF2B5EF4-FFF2-40B4-BE49-F238E27FC236}">
                <a16:creationId xmlns:a16="http://schemas.microsoft.com/office/drawing/2014/main" id="{F0A1917E-61AF-4830-8C90-02351C1D6F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8610" name="Slide Number Placeholder 6">
            <a:extLst>
              <a:ext uri="{FF2B5EF4-FFF2-40B4-BE49-F238E27FC236}">
                <a16:creationId xmlns:a16="http://schemas.microsoft.com/office/drawing/2014/main" id="{F18C6222-11A1-4F79-BE42-B4A5B246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2C9809FD-28CB-4965-B2F1-F8E8F40C91B6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GB" altLang="en-US" sz="1400"/>
          </a:p>
        </p:txBody>
      </p:sp>
      <p:sp>
        <p:nvSpPr>
          <p:cNvPr id="295940" name="Rectangle 4">
            <a:extLst>
              <a:ext uri="{FF2B5EF4-FFF2-40B4-BE49-F238E27FC236}">
                <a16:creationId xmlns:a16="http://schemas.microsoft.com/office/drawing/2014/main" id="{673E99AF-BF8C-47F1-A709-A86BDB0082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26561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x &gt;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68613" name="Rectangle 5">
            <a:extLst>
              <a:ext uri="{FF2B5EF4-FFF2-40B4-BE49-F238E27FC236}">
                <a16:creationId xmlns:a16="http://schemas.microsoft.com/office/drawing/2014/main" id="{58A70056-4F78-413B-8529-BAE0F8372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26561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4" name="Rectangle 6">
            <a:extLst>
              <a:ext uri="{FF2B5EF4-FFF2-40B4-BE49-F238E27FC236}">
                <a16:creationId xmlns:a16="http://schemas.microsoft.com/office/drawing/2014/main" id="{B74A249C-A185-4F26-9132-EF84C4714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26561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943" name="Rectangle 7">
            <a:extLst>
              <a:ext uri="{FF2B5EF4-FFF2-40B4-BE49-F238E27FC236}">
                <a16:creationId xmlns:a16="http://schemas.microsoft.com/office/drawing/2014/main" id="{41DE68BE-35BC-4E21-852B-BCEA64A68A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86067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 (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– 1 = 0)  (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1 or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-1) </a:t>
            </a:r>
            <a:endParaRPr lang="en-GB" altLang="en-US" sz="2400">
              <a:latin typeface="Times New Roman" panose="02020603050405020304" pitchFamily="18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68616" name="Rectangle 8">
            <a:extLst>
              <a:ext uri="{FF2B5EF4-FFF2-40B4-BE49-F238E27FC236}">
                <a16:creationId xmlns:a16="http://schemas.microsoft.com/office/drawing/2014/main" id="{00926699-BD76-4FC8-9A71-F89513ED32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6067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7" name="Rectangle 9">
            <a:extLst>
              <a:ext uri="{FF2B5EF4-FFF2-40B4-BE49-F238E27FC236}">
                <a16:creationId xmlns:a16="http://schemas.microsoft.com/office/drawing/2014/main" id="{2E221F2B-EE14-40FB-856E-31A37DCD7E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606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18" name="Rectangle 10">
            <a:extLst>
              <a:ext uri="{FF2B5EF4-FFF2-40B4-BE49-F238E27FC236}">
                <a16:creationId xmlns:a16="http://schemas.microsoft.com/office/drawing/2014/main" id="{AF56795A-8C4D-4B42-8E51-59479856C1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797300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5947" name="Rectangle 11">
            <a:extLst>
              <a:ext uri="{FF2B5EF4-FFF2-40B4-BE49-F238E27FC236}">
                <a16:creationId xmlns:a16="http://schemas.microsoft.com/office/drawing/2014/main" id="{38A2D198-6678-41D4-8FEE-5216B32CD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797300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0" name="Rectangle 12">
            <a:extLst>
              <a:ext uri="{FF2B5EF4-FFF2-40B4-BE49-F238E27FC236}">
                <a16:creationId xmlns:a16="http://schemas.microsoft.com/office/drawing/2014/main" id="{18B36E8C-E9C9-42D5-BC79-750FB1F57C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79730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5949" name="Rectangle 13">
            <a:extLst>
              <a:ext uri="{FF2B5EF4-FFF2-40B4-BE49-F238E27FC236}">
                <a16:creationId xmlns:a16="http://schemas.microsoft.com/office/drawing/2014/main" id="{415A0D19-C769-4F14-928D-9E9269CB5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4733925"/>
            <a:ext cx="648017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68622" name="Rectangle 14">
            <a:extLst>
              <a:ext uri="{FF2B5EF4-FFF2-40B4-BE49-F238E27FC236}">
                <a16:creationId xmlns:a16="http://schemas.microsoft.com/office/drawing/2014/main" id="{580C9CB6-572D-4C8E-A2E2-A4773FB496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733925"/>
            <a:ext cx="82708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3" name="Rectangle 15">
            <a:extLst>
              <a:ext uri="{FF2B5EF4-FFF2-40B4-BE49-F238E27FC236}">
                <a16:creationId xmlns:a16="http://schemas.microsoft.com/office/drawing/2014/main" id="{94773240-116B-409B-BC3E-E8CEBBC4E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73392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4" name="Rectangle 16">
            <a:extLst>
              <a:ext uri="{FF2B5EF4-FFF2-40B4-BE49-F238E27FC236}">
                <a16:creationId xmlns:a16="http://schemas.microsoft.com/office/drawing/2014/main" id="{16173010-6090-4FBE-875E-EAED8A909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2392363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: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 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1 or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= -1 </a:t>
            </a:r>
          </a:p>
        </p:txBody>
      </p:sp>
      <p:sp>
        <p:nvSpPr>
          <p:cNvPr id="68625" name="Rectangle 17">
            <a:extLst>
              <a:ext uri="{FF2B5EF4-FFF2-40B4-BE49-F238E27FC236}">
                <a16:creationId xmlns:a16="http://schemas.microsoft.com/office/drawing/2014/main" id="{15B83784-E3FB-4323-99EE-5EAC6D64D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6" name="Rectangle 18">
            <a:extLst>
              <a:ext uri="{FF2B5EF4-FFF2-40B4-BE49-F238E27FC236}">
                <a16:creationId xmlns:a16="http://schemas.microsoft.com/office/drawing/2014/main" id="{FDFA3812-028D-4E1E-9D5B-858409F642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7" name="Rectangle 19">
            <a:extLst>
              <a:ext uri="{FF2B5EF4-FFF2-40B4-BE49-F238E27FC236}">
                <a16:creationId xmlns:a16="http://schemas.microsoft.com/office/drawing/2014/main" id="{70D62945-8441-4EE3-B87B-95A59E7D2B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3328988"/>
            <a:ext cx="648017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8628" name="Rectangle 20">
            <a:extLst>
              <a:ext uri="{FF2B5EF4-FFF2-40B4-BE49-F238E27FC236}">
                <a16:creationId xmlns:a16="http://schemas.microsoft.com/office/drawing/2014/main" id="{E60CAAF5-47C2-460B-A5D5-48965C52A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28988"/>
            <a:ext cx="82708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29" name="Rectangle 21">
            <a:extLst>
              <a:ext uri="{FF2B5EF4-FFF2-40B4-BE49-F238E27FC236}">
                <a16:creationId xmlns:a16="http://schemas.microsoft.com/office/drawing/2014/main" id="{80EE773F-CDAE-48F5-9D92-41BBCC86BE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289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0" name="Rectangle 22">
            <a:extLst>
              <a:ext uri="{FF2B5EF4-FFF2-40B4-BE49-F238E27FC236}">
                <a16:creationId xmlns:a16="http://schemas.microsoft.com/office/drawing/2014/main" id="{ED0AD517-EDE5-4D7A-8DF8-4C4A3EFFDD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82708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1" name="Rectangle 23">
            <a:extLst>
              <a:ext uri="{FF2B5EF4-FFF2-40B4-BE49-F238E27FC236}">
                <a16:creationId xmlns:a16="http://schemas.microsoft.com/office/drawing/2014/main" id="{4E37FB9E-6BD7-4FD7-A2B1-A3BA16B72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481138"/>
            <a:ext cx="7307262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For the statements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 write down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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.</a:t>
            </a:r>
          </a:p>
        </p:txBody>
      </p:sp>
      <p:sp>
        <p:nvSpPr>
          <p:cNvPr id="68632" name="Rectangle 24">
            <a:extLst>
              <a:ext uri="{FF2B5EF4-FFF2-40B4-BE49-F238E27FC236}">
                <a16:creationId xmlns:a16="http://schemas.microsoft.com/office/drawing/2014/main" id="{2091D8C7-51B9-4B3B-8FFD-2C7443F249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5" y="1936750"/>
            <a:ext cx="648017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: </a:t>
            </a:r>
            <a:r>
              <a:rPr lang="en-US" altLang="en-US" sz="2400" i="1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ea typeface="宋体" panose="02010600030101010101" pitchFamily="2" charset="-122"/>
                <a:sym typeface="Symbol" panose="05050102010706020507" pitchFamily="18" charset="2"/>
              </a:rPr>
              <a:t> – 1 = 0</a:t>
            </a:r>
          </a:p>
        </p:txBody>
      </p:sp>
      <p:sp>
        <p:nvSpPr>
          <p:cNvPr id="68633" name="Rectangle 25">
            <a:extLst>
              <a:ext uri="{FF2B5EF4-FFF2-40B4-BE49-F238E27FC236}">
                <a16:creationId xmlns:a16="http://schemas.microsoft.com/office/drawing/2014/main" id="{2624926F-D95C-4721-A6D2-C69DA5F4F8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4" name="Rectangle 26">
            <a:extLst>
              <a:ext uri="{FF2B5EF4-FFF2-40B4-BE49-F238E27FC236}">
                <a16:creationId xmlns:a16="http://schemas.microsoft.com/office/drawing/2014/main" id="{375B0EE0-F8B9-4977-9544-D0669F1324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endParaRPr lang="en-GB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635" name="Line 27">
            <a:extLst>
              <a:ext uri="{FF2B5EF4-FFF2-40B4-BE49-F238E27FC236}">
                <a16:creationId xmlns:a16="http://schemas.microsoft.com/office/drawing/2014/main" id="{0FF02C51-B02D-4AE5-B11A-095660ED9A4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36" name="Line 28">
            <a:extLst>
              <a:ext uri="{FF2B5EF4-FFF2-40B4-BE49-F238E27FC236}">
                <a16:creationId xmlns:a16="http://schemas.microsoft.com/office/drawing/2014/main" id="{AEC2CF5A-C684-447B-81A3-3A3AD7F8246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202238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37" name="Line 29">
            <a:extLst>
              <a:ext uri="{FF2B5EF4-FFF2-40B4-BE49-F238E27FC236}">
                <a16:creationId xmlns:a16="http://schemas.microsoft.com/office/drawing/2014/main" id="{A476EFCD-B237-4D16-B026-12E3CE3926C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38" name="Line 30">
            <a:extLst>
              <a:ext uri="{FF2B5EF4-FFF2-40B4-BE49-F238E27FC236}">
                <a16:creationId xmlns:a16="http://schemas.microsoft.com/office/drawing/2014/main" id="{A1178075-3A68-4FED-A4AE-808418032DA9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39" name="Line 31">
            <a:extLst>
              <a:ext uri="{FF2B5EF4-FFF2-40B4-BE49-F238E27FC236}">
                <a16:creationId xmlns:a16="http://schemas.microsoft.com/office/drawing/2014/main" id="{206C00DD-C4AA-4A2F-84AC-34CB091DF593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1481138"/>
            <a:ext cx="73072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0" name="Line 32">
            <a:extLst>
              <a:ext uri="{FF2B5EF4-FFF2-40B4-BE49-F238E27FC236}">
                <a16:creationId xmlns:a16="http://schemas.microsoft.com/office/drawing/2014/main" id="{9C1D68D9-61B6-4C35-BE58-5BCEE8C42CB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1" name="Line 33">
            <a:extLst>
              <a:ext uri="{FF2B5EF4-FFF2-40B4-BE49-F238E27FC236}">
                <a16:creationId xmlns:a16="http://schemas.microsoft.com/office/drawing/2014/main" id="{09EAB839-E9B4-4A9B-87EC-3CABD909DA58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2" name="Line 34">
            <a:extLst>
              <a:ext uri="{FF2B5EF4-FFF2-40B4-BE49-F238E27FC236}">
                <a16:creationId xmlns:a16="http://schemas.microsoft.com/office/drawing/2014/main" id="{E6FDD696-2AD7-45F6-9615-C5741CAD3C4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3" name="Line 35">
            <a:extLst>
              <a:ext uri="{FF2B5EF4-FFF2-40B4-BE49-F238E27FC236}">
                <a16:creationId xmlns:a16="http://schemas.microsoft.com/office/drawing/2014/main" id="{752D3B45-3F3D-4055-B66D-EF3A32FC3C5E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4" name="Line 36">
            <a:extLst>
              <a:ext uri="{FF2B5EF4-FFF2-40B4-BE49-F238E27FC236}">
                <a16:creationId xmlns:a16="http://schemas.microsoft.com/office/drawing/2014/main" id="{65526821-444B-42F7-AEC2-7DA985B3B7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60675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5" name="Line 37">
            <a:extLst>
              <a:ext uri="{FF2B5EF4-FFF2-40B4-BE49-F238E27FC236}">
                <a16:creationId xmlns:a16="http://schemas.microsoft.com/office/drawing/2014/main" id="{58CA5BA3-B9BB-4A93-880C-9012E4A9F10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60675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6" name="Line 38">
            <a:extLst>
              <a:ext uri="{FF2B5EF4-FFF2-40B4-BE49-F238E27FC236}">
                <a16:creationId xmlns:a16="http://schemas.microsoft.com/office/drawing/2014/main" id="{589F37D4-4E53-40DD-BEDD-AE6FCA902A2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7" name="Line 39">
            <a:extLst>
              <a:ext uri="{FF2B5EF4-FFF2-40B4-BE49-F238E27FC236}">
                <a16:creationId xmlns:a16="http://schemas.microsoft.com/office/drawing/2014/main" id="{02843B05-B6E9-41F7-AC59-8F5DA3A62922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9730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8" name="Line 40">
            <a:extLst>
              <a:ext uri="{FF2B5EF4-FFF2-40B4-BE49-F238E27FC236}">
                <a16:creationId xmlns:a16="http://schemas.microsoft.com/office/drawing/2014/main" id="{672CB65B-01D5-4169-8B1F-771FCB43647B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265613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49" name="Line 41">
            <a:extLst>
              <a:ext uri="{FF2B5EF4-FFF2-40B4-BE49-F238E27FC236}">
                <a16:creationId xmlns:a16="http://schemas.microsoft.com/office/drawing/2014/main" id="{0895C4F9-BB83-4146-99DA-3DE304FF08D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265613"/>
            <a:ext cx="0" cy="9366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50" name="Line 42">
            <a:extLst>
              <a:ext uri="{FF2B5EF4-FFF2-40B4-BE49-F238E27FC236}">
                <a16:creationId xmlns:a16="http://schemas.microsoft.com/office/drawing/2014/main" id="{888463F0-6C3C-43C5-A6D5-ACB165DF3F1D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5202238"/>
            <a:ext cx="82708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68651" name="Line 43">
            <a:extLst>
              <a:ext uri="{FF2B5EF4-FFF2-40B4-BE49-F238E27FC236}">
                <a16:creationId xmlns:a16="http://schemas.microsoft.com/office/drawing/2014/main" id="{DB153078-DE63-4C14-9D55-0E59F05D263E}"/>
              </a:ext>
            </a:extLst>
          </p:cNvPr>
          <p:cNvSpPr>
            <a:spLocks noChangeShapeType="1"/>
          </p:cNvSpPr>
          <p:nvPr/>
        </p:nvSpPr>
        <p:spPr bwMode="auto">
          <a:xfrm>
            <a:off x="2206625" y="5202238"/>
            <a:ext cx="648017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5980" name="Object 44">
                <a:extLst>
                  <a:ext uri="{FF2B5EF4-FFF2-40B4-BE49-F238E27FC236}">
                    <a16:creationId xmlns:a16="http://schemas.microsoft.com/office/drawing/2014/main" id="{A61AE4EA-63B5-4E81-8B23-C2CB81626A34}"/>
                  </a:ext>
                </a:extLst>
              </p:cNvPr>
              <p:cNvSpPr txBox="1"/>
              <p:nvPr/>
            </p:nvSpPr>
            <p:spPr bwMode="auto">
              <a:xfrm>
                <a:off x="2241550" y="3794125"/>
                <a:ext cx="2217716" cy="4826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SG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SG" sz="24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:  </m:t>
                      </m:r>
                      <m:rad>
                        <m:radPr>
                          <m:degHide m:val="on"/>
                          <m:ctrlPr>
                            <a:rPr lang="en-SG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SG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&gt;  1</m:t>
                      </m:r>
                    </m:oMath>
                  </m:oMathPara>
                </a14:m>
                <a:endParaRPr lang="en-SG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5980" name="Object 44">
                <a:extLst>
                  <a:ext uri="{FF2B5EF4-FFF2-40B4-BE49-F238E27FC236}">
                    <a16:creationId xmlns:a16="http://schemas.microsoft.com/office/drawing/2014/main" id="{A61AE4EA-63B5-4E81-8B23-C2CB81626A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41550" y="3794125"/>
                <a:ext cx="2217716" cy="482600"/>
              </a:xfrm>
              <a:prstGeom prst="rect">
                <a:avLst/>
              </a:prstGeom>
              <a:blipFill>
                <a:blip r:embed="rId2"/>
                <a:stretch>
                  <a:fillRect l="-82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5981" name="Object 45">
                <a:extLst>
                  <a:ext uri="{FF2B5EF4-FFF2-40B4-BE49-F238E27FC236}">
                    <a16:creationId xmlns:a16="http://schemas.microsoft.com/office/drawing/2014/main" id="{5C2BDAA9-A9EF-4C8A-85A9-E14D1AD4A114}"/>
                  </a:ext>
                </a:extLst>
              </p:cNvPr>
              <p:cNvSpPr txBox="1"/>
              <p:nvPr/>
            </p:nvSpPr>
            <p:spPr bwMode="auto">
              <a:xfrm>
                <a:off x="3199998" y="4756042"/>
                <a:ext cx="2518536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SG" sz="24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SG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rad>
                      <m:r>
                        <a:rPr lang="en-SG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&gt;1⇔</m:t>
                      </m:r>
                      <m:r>
                        <a:rPr lang="en-SG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SG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&gt;1</m:t>
                      </m:r>
                    </m:oMath>
                  </m:oMathPara>
                </a14:m>
                <a:endParaRPr lang="en-SG" sz="24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95981" name="Object 45">
                <a:extLst>
                  <a:ext uri="{FF2B5EF4-FFF2-40B4-BE49-F238E27FC236}">
                    <a16:creationId xmlns:a16="http://schemas.microsoft.com/office/drawing/2014/main" id="{5C2BDAA9-A9EF-4C8A-85A9-E14D1AD4A1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9998" y="4756042"/>
                <a:ext cx="2518536" cy="4572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5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5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59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2959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5940" grpId="0"/>
      <p:bldP spid="295943" grpId="0"/>
      <p:bldP spid="295947" grpId="0"/>
      <p:bldP spid="295949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2">
            <a:extLst>
              <a:ext uri="{FF2B5EF4-FFF2-40B4-BE49-F238E27FC236}">
                <a16:creationId xmlns:a16="http://schemas.microsoft.com/office/drawing/2014/main" id="{6C3EDE37-B8B9-4617-8179-7380529053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Biconditional: Truth Table</a:t>
            </a:r>
            <a:endParaRPr lang="en-US" altLang="en-US" sz="36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69636" name="Rectangle 3">
            <a:extLst>
              <a:ext uri="{FF2B5EF4-FFF2-40B4-BE49-F238E27FC236}">
                <a16:creationId xmlns:a16="http://schemas.microsoft.com/office/drawing/2014/main" id="{F8E52CC4-C1DD-4793-B359-3ED8C0396AE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Truth table for Biconditional: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be statements.</a:t>
            </a:r>
            <a:endParaRPr lang="en-US" alt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96990" name="Group 30">
            <a:extLst>
              <a:ext uri="{FF2B5EF4-FFF2-40B4-BE49-F238E27FC236}">
                <a16:creationId xmlns:a16="http://schemas.microsoft.com/office/drawing/2014/main" id="{1197E961-5FC4-44C6-855B-11B0450048A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695575" y="3021013"/>
          <a:ext cx="4076700" cy="2292352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Q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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Q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9634" name="Slide Number Placeholder 6">
            <a:extLst>
              <a:ext uri="{FF2B5EF4-FFF2-40B4-BE49-F238E27FC236}">
                <a16:creationId xmlns:a16="http://schemas.microsoft.com/office/drawing/2014/main" id="{92D68FC2-93CA-4C33-9CD7-422945ABC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10627B-93AC-4DCA-9BD4-1370EDC776A5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GB" altLang="en-US" sz="14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>
            <a:extLst>
              <a:ext uri="{FF2B5EF4-FFF2-40B4-BE49-F238E27FC236}">
                <a16:creationId xmlns:a16="http://schemas.microsoft.com/office/drawing/2014/main" id="{DC930768-8DF8-468E-95D3-50014A2837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40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58" name="Slide Number Placeholder 6">
            <a:extLst>
              <a:ext uri="{FF2B5EF4-FFF2-40B4-BE49-F238E27FC236}">
                <a16:creationId xmlns:a16="http://schemas.microsoft.com/office/drawing/2014/main" id="{43AE5086-6B19-4A8A-A429-45BC9DC6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7E83093-65E2-48A9-9D38-E6A4CB127F7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GB" altLang="en-US" sz="1400"/>
          </a:p>
        </p:txBody>
      </p:sp>
      <p:sp>
        <p:nvSpPr>
          <p:cNvPr id="70660" name="Rectangle 90">
            <a:extLst>
              <a:ext uri="{FF2B5EF4-FFF2-40B4-BE49-F238E27FC236}">
                <a16:creationId xmlns:a16="http://schemas.microsoft.com/office/drawing/2014/main" id="{26A578E0-79A2-450B-8E20-B486A1F4C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3316288"/>
            <a:ext cx="28670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61" name="Rectangle 88">
            <a:extLst>
              <a:ext uri="{FF2B5EF4-FFF2-40B4-BE49-F238E27FC236}">
                <a16:creationId xmlns:a16="http://schemas.microsoft.com/office/drawing/2014/main" id="{142A37DD-9709-4CA1-BFAB-806C7F9097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3316288"/>
            <a:ext cx="44402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62" name="Rectangle 86">
            <a:extLst>
              <a:ext uri="{FF2B5EF4-FFF2-40B4-BE49-F238E27FC236}">
                <a16:creationId xmlns:a16="http://schemas.microsoft.com/office/drawing/2014/main" id="{169C879B-67C9-43D8-AB2D-1506777C6D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331628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6" name="Rectangle 7">
            <a:extLst>
              <a:ext uri="{FF2B5EF4-FFF2-40B4-BE49-F238E27FC236}">
                <a16:creationId xmlns:a16="http://schemas.microsoft.com/office/drawing/2014/main" id="{23EEBE8A-B83C-4EBB-AFA9-CC8D6496F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4605338"/>
            <a:ext cx="2867025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7" name="Rectangle 8">
            <a:extLst>
              <a:ext uri="{FF2B5EF4-FFF2-40B4-BE49-F238E27FC236}">
                <a16:creationId xmlns:a16="http://schemas.microsoft.com/office/drawing/2014/main" id="{BF428175-C13A-45DA-ABB1-82BD4B4DA7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4605338"/>
            <a:ext cx="4440237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68" name="Rectangle 9">
            <a:extLst>
              <a:ext uri="{FF2B5EF4-FFF2-40B4-BE49-F238E27FC236}">
                <a16:creationId xmlns:a16="http://schemas.microsoft.com/office/drawing/2014/main" id="{5248A178-10E6-44D2-BDD4-AF03DB0C37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4605338"/>
            <a:ext cx="8524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69" name="Rectangle 10">
            <a:extLst>
              <a:ext uri="{FF2B5EF4-FFF2-40B4-BE49-F238E27FC236}">
                <a16:creationId xmlns:a16="http://schemas.microsoft.com/office/drawing/2014/main" id="{7C35C18B-0F46-43F9-B094-2826FC775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5073650"/>
            <a:ext cx="44402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7995" name="Rectangle 11">
            <a:extLst>
              <a:ext uri="{FF2B5EF4-FFF2-40B4-BE49-F238E27FC236}">
                <a16:creationId xmlns:a16="http://schemas.microsoft.com/office/drawing/2014/main" id="{46A4E4DC-1FD1-4468-93CC-FA31D1701E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847975"/>
            <a:ext cx="4440237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 get wet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it is raining</a:t>
            </a:r>
          </a:p>
        </p:txBody>
      </p:sp>
      <p:sp>
        <p:nvSpPr>
          <p:cNvPr id="70671" name="Rectangle 12">
            <a:extLst>
              <a:ext uri="{FF2B5EF4-FFF2-40B4-BE49-F238E27FC236}">
                <a16:creationId xmlns:a16="http://schemas.microsoft.com/office/drawing/2014/main" id="{E83446E2-24A8-4F4D-B2BB-B6EC4B65CE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2392363"/>
            <a:ext cx="4440237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72" name="Rectangle 13">
            <a:extLst>
              <a:ext uri="{FF2B5EF4-FFF2-40B4-BE49-F238E27FC236}">
                <a16:creationId xmlns:a16="http://schemas.microsoft.com/office/drawing/2014/main" id="{7CA0AB52-98CC-46D8-A29B-BB122005B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9538" y="1936750"/>
            <a:ext cx="4440237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en-US" sz="240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= 1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1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x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= -1) </a:t>
            </a:r>
          </a:p>
        </p:txBody>
      </p:sp>
      <p:sp>
        <p:nvSpPr>
          <p:cNvPr id="70673" name="Rectangle 14">
            <a:extLst>
              <a:ext uri="{FF2B5EF4-FFF2-40B4-BE49-F238E27FC236}">
                <a16:creationId xmlns:a16="http://schemas.microsoft.com/office/drawing/2014/main" id="{A37A1B07-EEB7-4F20-8BC3-0F558D9041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5073650"/>
            <a:ext cx="286702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74" name="Rectangle 15">
            <a:extLst>
              <a:ext uri="{FF2B5EF4-FFF2-40B4-BE49-F238E27FC236}">
                <a16:creationId xmlns:a16="http://schemas.microsoft.com/office/drawing/2014/main" id="{8A283433-648D-4FD0-8A5A-A279F8B7E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5073650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000" name="Rectangle 16">
            <a:extLst>
              <a:ext uri="{FF2B5EF4-FFF2-40B4-BE49-F238E27FC236}">
                <a16:creationId xmlns:a16="http://schemas.microsoft.com/office/drawing/2014/main" id="{84EC0EE6-CE8C-4AAE-8FEC-73CFD9E9CB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2847975"/>
            <a:ext cx="2867025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False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298001" name="Rectangle 17">
            <a:extLst>
              <a:ext uri="{FF2B5EF4-FFF2-40B4-BE49-F238E27FC236}">
                <a16:creationId xmlns:a16="http://schemas.microsoft.com/office/drawing/2014/main" id="{D7C7E73A-6D16-49BC-9C9E-F173DC660A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847975"/>
            <a:ext cx="852488" cy="468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77" name="Rectangle 18">
            <a:extLst>
              <a:ext uri="{FF2B5EF4-FFF2-40B4-BE49-F238E27FC236}">
                <a16:creationId xmlns:a16="http://schemas.microsoft.com/office/drawing/2014/main" id="{30F65564-077D-4A6C-871E-11E27CE726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2392363"/>
            <a:ext cx="2867025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78" name="Rectangle 19">
            <a:extLst>
              <a:ext uri="{FF2B5EF4-FFF2-40B4-BE49-F238E27FC236}">
                <a16:creationId xmlns:a16="http://schemas.microsoft.com/office/drawing/2014/main" id="{B672CC4E-FAFB-44EE-B107-38E1C88640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2392363"/>
            <a:ext cx="852488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8004" name="Rectangle 20">
            <a:extLst>
              <a:ext uri="{FF2B5EF4-FFF2-40B4-BE49-F238E27FC236}">
                <a16:creationId xmlns:a16="http://schemas.microsoft.com/office/drawing/2014/main" id="{8A503F91-DC16-4F68-86A9-DA7341ED2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9775" y="1936750"/>
            <a:ext cx="2867025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True	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0680" name="Rectangle 21">
            <a:extLst>
              <a:ext uri="{FF2B5EF4-FFF2-40B4-BE49-F238E27FC236}">
                <a16:creationId xmlns:a16="http://schemas.microsoft.com/office/drawing/2014/main" id="{2AA5D155-39F7-4B7E-8A70-39C7337902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936750"/>
            <a:ext cx="852488" cy="455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81" name="Rectangle 22">
            <a:extLst>
              <a:ext uri="{FF2B5EF4-FFF2-40B4-BE49-F238E27FC236}">
                <a16:creationId xmlns:a16="http://schemas.microsoft.com/office/drawing/2014/main" id="{8F874B0C-3BFD-4805-8893-8224261D24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7050" y="1481138"/>
            <a:ext cx="8159750" cy="455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Write down the truth value of the following statements.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682" name="Line 23">
            <a:extLst>
              <a:ext uri="{FF2B5EF4-FFF2-40B4-BE49-F238E27FC236}">
                <a16:creationId xmlns:a16="http://schemas.microsoft.com/office/drawing/2014/main" id="{1D298601-3F56-49A1-9987-A7292949AC19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81597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3" name="Line 24">
            <a:extLst>
              <a:ext uri="{FF2B5EF4-FFF2-40B4-BE49-F238E27FC236}">
                <a16:creationId xmlns:a16="http://schemas.microsoft.com/office/drawing/2014/main" id="{74E4BF65-B641-48BA-B5B3-0643B9313742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541963"/>
            <a:ext cx="852488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4" name="Line 25">
            <a:extLst>
              <a:ext uri="{FF2B5EF4-FFF2-40B4-BE49-F238E27FC236}">
                <a16:creationId xmlns:a16="http://schemas.microsoft.com/office/drawing/2014/main" id="{C5009936-E38A-461E-8135-7815D41174F3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5" name="Line 26">
            <a:extLst>
              <a:ext uri="{FF2B5EF4-FFF2-40B4-BE49-F238E27FC236}">
                <a16:creationId xmlns:a16="http://schemas.microsoft.com/office/drawing/2014/main" id="{A62A23E3-1653-44D4-9CF7-12E44F48A4B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481138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6" name="Line 94">
            <a:extLst>
              <a:ext uri="{FF2B5EF4-FFF2-40B4-BE49-F238E27FC236}">
                <a16:creationId xmlns:a16="http://schemas.microsoft.com/office/drawing/2014/main" id="{36F1F003-81C1-4EA8-AD08-BBA0357D52C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7" name="Line 95">
            <a:extLst>
              <a:ext uri="{FF2B5EF4-FFF2-40B4-BE49-F238E27FC236}">
                <a16:creationId xmlns:a16="http://schemas.microsoft.com/office/drawing/2014/main" id="{25A7ADD9-D0D5-4708-8B7F-CCAE27FA1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1936750"/>
            <a:ext cx="0" cy="4556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8" name="Line 97">
            <a:extLst>
              <a:ext uri="{FF2B5EF4-FFF2-40B4-BE49-F238E27FC236}">
                <a16:creationId xmlns:a16="http://schemas.microsoft.com/office/drawing/2014/main" id="{77BFB2C7-7487-4DC9-B649-55857BADB3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89" name="Line 101">
            <a:extLst>
              <a:ext uri="{FF2B5EF4-FFF2-40B4-BE49-F238E27FC236}">
                <a16:creationId xmlns:a16="http://schemas.microsoft.com/office/drawing/2014/main" id="{F79F0727-1AF7-474D-A920-4076B0A3773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392363"/>
            <a:ext cx="0" cy="4556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0" name="Line 103">
            <a:extLst>
              <a:ext uri="{FF2B5EF4-FFF2-40B4-BE49-F238E27FC236}">
                <a16:creationId xmlns:a16="http://schemas.microsoft.com/office/drawing/2014/main" id="{7426FF18-8E28-44C9-8D07-5DD16667707A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1" name="Line 107">
            <a:extLst>
              <a:ext uri="{FF2B5EF4-FFF2-40B4-BE49-F238E27FC236}">
                <a16:creationId xmlns:a16="http://schemas.microsoft.com/office/drawing/2014/main" id="{04883F7B-E6F9-4755-AAE7-640A0C207AE7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2847975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2" name="Line 109">
            <a:extLst>
              <a:ext uri="{FF2B5EF4-FFF2-40B4-BE49-F238E27FC236}">
                <a16:creationId xmlns:a16="http://schemas.microsoft.com/office/drawing/2014/main" id="{6805DD1B-7D18-4422-AD93-D4A029905FA8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3162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3" name="Line 113">
            <a:extLst>
              <a:ext uri="{FF2B5EF4-FFF2-40B4-BE49-F238E27FC236}">
                <a16:creationId xmlns:a16="http://schemas.microsoft.com/office/drawing/2014/main" id="{EF24BAB1-368C-419D-972C-F71EB25AC7BA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31628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4" name="Line 115">
            <a:extLst>
              <a:ext uri="{FF2B5EF4-FFF2-40B4-BE49-F238E27FC236}">
                <a16:creationId xmlns:a16="http://schemas.microsoft.com/office/drawing/2014/main" id="{AD30C9E4-0C88-4A2E-AFBC-BF173F0D4800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3784600"/>
            <a:ext cx="0" cy="8207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5" name="Line 119">
            <a:extLst>
              <a:ext uri="{FF2B5EF4-FFF2-40B4-BE49-F238E27FC236}">
                <a16:creationId xmlns:a16="http://schemas.microsoft.com/office/drawing/2014/main" id="{62ACAEAD-A31A-4E7C-B533-2B2F87F65AB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3784600"/>
            <a:ext cx="0" cy="8207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6" name="Line 121">
            <a:extLst>
              <a:ext uri="{FF2B5EF4-FFF2-40B4-BE49-F238E27FC236}">
                <a16:creationId xmlns:a16="http://schemas.microsoft.com/office/drawing/2014/main" id="{F2C85903-EB33-4AA4-989C-FFDFE56F7426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460533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7" name="Line 125">
            <a:extLst>
              <a:ext uri="{FF2B5EF4-FFF2-40B4-BE49-F238E27FC236}">
                <a16:creationId xmlns:a16="http://schemas.microsoft.com/office/drawing/2014/main" id="{EF07177B-01D7-46E6-ACC4-BF7DD95321C4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4605338"/>
            <a:ext cx="0" cy="468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8" name="Line 127">
            <a:extLst>
              <a:ext uri="{FF2B5EF4-FFF2-40B4-BE49-F238E27FC236}">
                <a16:creationId xmlns:a16="http://schemas.microsoft.com/office/drawing/2014/main" id="{C858FEC6-CDB9-4C4E-B741-C84F2841104D}"/>
              </a:ext>
            </a:extLst>
          </p:cNvPr>
          <p:cNvSpPr>
            <a:spLocks noChangeShapeType="1"/>
          </p:cNvSpPr>
          <p:nvPr/>
        </p:nvSpPr>
        <p:spPr bwMode="auto">
          <a:xfrm>
            <a:off x="527050" y="507365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699" name="Line 131">
            <a:extLst>
              <a:ext uri="{FF2B5EF4-FFF2-40B4-BE49-F238E27FC236}">
                <a16:creationId xmlns:a16="http://schemas.microsoft.com/office/drawing/2014/main" id="{7A58BDC2-93FF-4256-B83E-FE936B887AF5}"/>
              </a:ext>
            </a:extLst>
          </p:cNvPr>
          <p:cNvSpPr>
            <a:spLocks noChangeShapeType="1"/>
          </p:cNvSpPr>
          <p:nvPr/>
        </p:nvSpPr>
        <p:spPr bwMode="auto">
          <a:xfrm>
            <a:off x="8686800" y="5073650"/>
            <a:ext cx="0" cy="468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700" name="Line 133">
            <a:extLst>
              <a:ext uri="{FF2B5EF4-FFF2-40B4-BE49-F238E27FC236}">
                <a16:creationId xmlns:a16="http://schemas.microsoft.com/office/drawing/2014/main" id="{C50C9E22-74A7-4991-A3C7-C8C4B19BBA6E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9538" y="5541963"/>
            <a:ext cx="4440237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0701" name="Line 135">
            <a:extLst>
              <a:ext uri="{FF2B5EF4-FFF2-40B4-BE49-F238E27FC236}">
                <a16:creationId xmlns:a16="http://schemas.microsoft.com/office/drawing/2014/main" id="{1783FE1F-C4C7-4D11-B116-FFC52A2434A3}"/>
              </a:ext>
            </a:extLst>
          </p:cNvPr>
          <p:cNvSpPr>
            <a:spLocks noChangeShapeType="1"/>
          </p:cNvSpPr>
          <p:nvPr/>
        </p:nvSpPr>
        <p:spPr bwMode="auto">
          <a:xfrm>
            <a:off x="5819775" y="5541963"/>
            <a:ext cx="2867025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98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980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297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2980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995" grpId="0"/>
      <p:bldP spid="298000" grpId="0"/>
      <p:bldP spid="298001" grpId="0"/>
      <p:bldP spid="298004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3" name="Rectangle 2">
            <a:extLst>
              <a:ext uri="{FF2B5EF4-FFF2-40B4-BE49-F238E27FC236}">
                <a16:creationId xmlns:a16="http://schemas.microsoft.com/office/drawing/2014/main" id="{9C5A037B-EF31-4286-808E-60BBBC7191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Evaluating Compound Statements</a:t>
            </a:r>
            <a:endParaRPr lang="en-US" altLang="en-US" sz="32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684" name="Rectangle 3">
            <a:extLst>
              <a:ext uri="{FF2B5EF4-FFF2-40B4-BE49-F238E27FC236}">
                <a16:creationId xmlns:a16="http://schemas.microsoft.com/office/drawing/2014/main" id="{61FB73E3-3723-4022-99D3-C1D855FED3B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588963" y="1898650"/>
            <a:ext cx="7248525" cy="3394075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From the order that logical connectives are evaluated, it is clear that “P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Q  ~ R”  means “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(Q  ~ R)” but not “(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Q)  ~ R”. </a:t>
            </a: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When constructing compound statements, we should use parentheses to specify the order of evaluation if it is not implied directly from the order that logical connectives are evaluated. For example, 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QR.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18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1682" name="Slide Number Placeholder 6">
            <a:extLst>
              <a:ext uri="{FF2B5EF4-FFF2-40B4-BE49-F238E27FC236}">
                <a16:creationId xmlns:a16="http://schemas.microsoft.com/office/drawing/2014/main" id="{72D8C967-C764-4C96-A2DA-24C02D241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6114CF-A5AE-4943-B63A-F48C480C0421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GB" altLang="en-US" sz="10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>
            <a:extLst>
              <a:ext uri="{FF2B5EF4-FFF2-40B4-BE49-F238E27FC236}">
                <a16:creationId xmlns:a16="http://schemas.microsoft.com/office/drawing/2014/main" id="{6215F425-2C71-427C-A0CC-0A3FD6BC84E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  <a:endParaRPr lang="en-GB" altLang="en-US" sz="30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06" name="Slide Number Placeholder 6">
            <a:extLst>
              <a:ext uri="{FF2B5EF4-FFF2-40B4-BE49-F238E27FC236}">
                <a16:creationId xmlns:a16="http://schemas.microsoft.com/office/drawing/2014/main" id="{5919E671-3927-45D3-881B-AA7089260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57213" indent="-214313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7250" indent="-17145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00150" indent="-17145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543050" indent="-17145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002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4574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371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60D386D-D16D-4B43-983D-D1C752F47822}" type="slidenum">
              <a:rPr lang="en-GB" altLang="en-US" sz="10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GB" altLang="en-US" sz="1000"/>
          </a:p>
        </p:txBody>
      </p:sp>
      <p:sp>
        <p:nvSpPr>
          <p:cNvPr id="72708" name="Rectangle 4">
            <a:extLst>
              <a:ext uri="{FF2B5EF4-FFF2-40B4-BE49-F238E27FC236}">
                <a16:creationId xmlns:a16="http://schemas.microsoft.com/office/drawing/2014/main" id="{B6EEFF85-EC26-4D38-B7DD-9471E563EE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3617913"/>
            <a:ext cx="2933700" cy="352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09" name="Rectangle 5">
            <a:extLst>
              <a:ext uri="{FF2B5EF4-FFF2-40B4-BE49-F238E27FC236}">
                <a16:creationId xmlns:a16="http://schemas.microsoft.com/office/drawing/2014/main" id="{5273F058-04AC-4021-8B5C-E93E405A9B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611563"/>
            <a:ext cx="60356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10" name="Rectangle 6">
            <a:extLst>
              <a:ext uri="{FF2B5EF4-FFF2-40B4-BE49-F238E27FC236}">
                <a16:creationId xmlns:a16="http://schemas.microsoft.com/office/drawing/2014/main" id="{D9F4FB43-F9B1-4EC0-96E3-D839209B1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3611563"/>
            <a:ext cx="151606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1" name="Rectangle 8">
            <a:extLst>
              <a:ext uri="{FF2B5EF4-FFF2-40B4-BE49-F238E27FC236}">
                <a16:creationId xmlns:a16="http://schemas.microsoft.com/office/drawing/2014/main" id="{B8B9CDD5-9485-4061-B391-228EDF5834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963988"/>
            <a:ext cx="60356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((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(~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12" name="Rectangle 9">
            <a:extLst>
              <a:ext uri="{FF2B5EF4-FFF2-40B4-BE49-F238E27FC236}">
                <a16:creationId xmlns:a16="http://schemas.microsoft.com/office/drawing/2014/main" id="{C7B594D1-0853-435D-AFE7-03919AF804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4005263"/>
            <a:ext cx="15144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3" name="Rectangle 10">
            <a:extLst>
              <a:ext uri="{FF2B5EF4-FFF2-40B4-BE49-F238E27FC236}">
                <a16:creationId xmlns:a16="http://schemas.microsoft.com/office/drawing/2014/main" id="{249F9EBE-BD8B-4997-ACCA-BA5B64215A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321175"/>
            <a:ext cx="2933700" cy="350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4" name="Rectangle 11">
            <a:extLst>
              <a:ext uri="{FF2B5EF4-FFF2-40B4-BE49-F238E27FC236}">
                <a16:creationId xmlns:a16="http://schemas.microsoft.com/office/drawing/2014/main" id="{0F79A2A8-3B16-43EC-A980-26793C95C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4314825"/>
            <a:ext cx="60356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15" name="Rectangle 12">
            <a:extLst>
              <a:ext uri="{FF2B5EF4-FFF2-40B4-BE49-F238E27FC236}">
                <a16:creationId xmlns:a16="http://schemas.microsoft.com/office/drawing/2014/main" id="{E3F881FC-75A5-4800-B87E-A303350B4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4314825"/>
            <a:ext cx="1516062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6" name="Rectangle 13">
            <a:extLst>
              <a:ext uri="{FF2B5EF4-FFF2-40B4-BE49-F238E27FC236}">
                <a16:creationId xmlns:a16="http://schemas.microsoft.com/office/drawing/2014/main" id="{9BC0ED31-5876-4DF3-82BA-4CC4AD8EEC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050" y="4672013"/>
            <a:ext cx="254635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17" name="Rectangle 14">
            <a:extLst>
              <a:ext uri="{FF2B5EF4-FFF2-40B4-BE49-F238E27FC236}">
                <a16:creationId xmlns:a16="http://schemas.microsoft.com/office/drawing/2014/main" id="{1E195FA4-176B-471E-A11C-BF75143BCD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3260725"/>
            <a:ext cx="60356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</p:txBody>
      </p:sp>
      <p:sp>
        <p:nvSpPr>
          <p:cNvPr id="72718" name="Rectangle 15">
            <a:extLst>
              <a:ext uri="{FF2B5EF4-FFF2-40B4-BE49-F238E27FC236}">
                <a16:creationId xmlns:a16="http://schemas.microsoft.com/office/drawing/2014/main" id="{6A43A536-CD43-4E41-8C7E-FBA1ACF97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919413"/>
            <a:ext cx="6035675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19" name="Rectangle 16">
            <a:extLst>
              <a:ext uri="{FF2B5EF4-FFF2-40B4-BE49-F238E27FC236}">
                <a16:creationId xmlns:a16="http://schemas.microsoft.com/office/drawing/2014/main" id="{B4ED1F57-AA2F-4F10-B1D0-EE3B02F6E7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2578100"/>
            <a:ext cx="6035675" cy="614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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</p:txBody>
      </p:sp>
      <p:sp>
        <p:nvSpPr>
          <p:cNvPr id="72720" name="Rectangle 17">
            <a:extLst>
              <a:ext uri="{FF2B5EF4-FFF2-40B4-BE49-F238E27FC236}">
                <a16:creationId xmlns:a16="http://schemas.microsoft.com/office/drawing/2014/main" id="{30EE2DA8-595A-4F22-AF0E-FD0AE430F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4672013"/>
            <a:ext cx="2933700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43668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366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366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366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2721" name="Rectangle 18">
            <a:extLst>
              <a:ext uri="{FF2B5EF4-FFF2-40B4-BE49-F238E27FC236}">
                <a16:creationId xmlns:a16="http://schemas.microsoft.com/office/drawing/2014/main" id="{A68E9020-39BB-440D-937C-D615C80D4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288" y="4672013"/>
            <a:ext cx="639762" cy="350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2" name="Rectangle 20">
            <a:extLst>
              <a:ext uri="{FF2B5EF4-FFF2-40B4-BE49-F238E27FC236}">
                <a16:creationId xmlns:a16="http://schemas.microsoft.com/office/drawing/2014/main" id="{99346685-C029-4E4F-9027-3E1C92C98A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050" y="3313113"/>
            <a:ext cx="1514475" cy="631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(ii)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3" name="Rectangle 21">
            <a:extLst>
              <a:ext uri="{FF2B5EF4-FFF2-40B4-BE49-F238E27FC236}">
                <a16:creationId xmlns:a16="http://schemas.microsoft.com/office/drawing/2014/main" id="{EEC30D86-BFE7-459D-B3C1-6B0C17A25C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2925763"/>
            <a:ext cx="2933700" cy="341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3635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3635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3635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3635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4" name="Rectangle 22">
            <a:extLst>
              <a:ext uri="{FF2B5EF4-FFF2-40B4-BE49-F238E27FC236}">
                <a16:creationId xmlns:a16="http://schemas.microsoft.com/office/drawing/2014/main" id="{5940EDE0-1377-4A89-BAA9-FF53DAD39D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7263" y="2919413"/>
            <a:ext cx="1516062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5" name="Rectangle 24">
            <a:extLst>
              <a:ext uri="{FF2B5EF4-FFF2-40B4-BE49-F238E27FC236}">
                <a16:creationId xmlns:a16="http://schemas.microsoft.com/office/drawing/2014/main" id="{ACF3D514-D15D-4D82-893C-6754654FC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750" y="2525713"/>
            <a:ext cx="1514475" cy="614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tabLst>
                <a:tab pos="1074738" algn="l"/>
              </a:tabLst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07473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07473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07473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(i)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6" name="Rectangle 25">
            <a:extLst>
              <a:ext uri="{FF2B5EF4-FFF2-40B4-BE49-F238E27FC236}">
                <a16:creationId xmlns:a16="http://schemas.microsoft.com/office/drawing/2014/main" id="{91F54DBD-A761-467D-8C61-16D6100157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584325"/>
            <a:ext cx="8329613" cy="469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Examine the order in which the following are evaluated: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727" name="Line 26">
            <a:extLst>
              <a:ext uri="{FF2B5EF4-FFF2-40B4-BE49-F238E27FC236}">
                <a16:creationId xmlns:a16="http://schemas.microsoft.com/office/drawing/2014/main" id="{93BC37A4-2516-41AD-9F89-E01AB29D704C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1968500"/>
            <a:ext cx="611981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28" name="Line 27">
            <a:extLst>
              <a:ext uri="{FF2B5EF4-FFF2-40B4-BE49-F238E27FC236}">
                <a16:creationId xmlns:a16="http://schemas.microsoft.com/office/drawing/2014/main" id="{91C9CE39-D4AF-445F-8AD0-BFCC2DFC42F2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5022850"/>
            <a:ext cx="639762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29" name="Line 28">
            <a:extLst>
              <a:ext uri="{FF2B5EF4-FFF2-40B4-BE49-F238E27FC236}">
                <a16:creationId xmlns:a16="http://schemas.microsoft.com/office/drawing/2014/main" id="{0465791F-B12C-47BB-884B-3DB0985EEB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1968500"/>
            <a:ext cx="0" cy="6159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0" name="Line 29">
            <a:extLst>
              <a:ext uri="{FF2B5EF4-FFF2-40B4-BE49-F238E27FC236}">
                <a16:creationId xmlns:a16="http://schemas.microsoft.com/office/drawing/2014/main" id="{B2B1B9B6-437D-4D45-944F-DC81CACA25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1968500"/>
            <a:ext cx="0" cy="61595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1" name="Line 30">
            <a:extLst>
              <a:ext uri="{FF2B5EF4-FFF2-40B4-BE49-F238E27FC236}">
                <a16:creationId xmlns:a16="http://schemas.microsoft.com/office/drawing/2014/main" id="{9D05EE3D-8C5E-4B67-AC8C-4F39FE8A55DF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2578100"/>
            <a:ext cx="0" cy="61436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2" name="Line 31">
            <a:extLst>
              <a:ext uri="{FF2B5EF4-FFF2-40B4-BE49-F238E27FC236}">
                <a16:creationId xmlns:a16="http://schemas.microsoft.com/office/drawing/2014/main" id="{A0478537-FB42-4BC6-A6D0-C163E4AAEE4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2584450"/>
            <a:ext cx="0" cy="341313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3" name="Line 32">
            <a:extLst>
              <a:ext uri="{FF2B5EF4-FFF2-40B4-BE49-F238E27FC236}">
                <a16:creationId xmlns:a16="http://schemas.microsoft.com/office/drawing/2014/main" id="{8D6B565D-43A1-4C33-BB85-18FA86198CEE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2919413"/>
            <a:ext cx="0" cy="6143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4" name="Line 33">
            <a:extLst>
              <a:ext uri="{FF2B5EF4-FFF2-40B4-BE49-F238E27FC236}">
                <a16:creationId xmlns:a16="http://schemas.microsoft.com/office/drawing/2014/main" id="{3261E586-560B-4826-916C-6D161F4532C8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2925763"/>
            <a:ext cx="0" cy="34131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5" name="Line 34">
            <a:extLst>
              <a:ext uri="{FF2B5EF4-FFF2-40B4-BE49-F238E27FC236}">
                <a16:creationId xmlns:a16="http://schemas.microsoft.com/office/drawing/2014/main" id="{31553B40-5197-4442-98CD-7D09D27C0110}"/>
              </a:ext>
            </a:extLst>
          </p:cNvPr>
          <p:cNvSpPr>
            <a:spLocks noChangeShapeType="1"/>
          </p:cNvSpPr>
          <p:nvPr/>
        </p:nvSpPr>
        <p:spPr bwMode="auto">
          <a:xfrm>
            <a:off x="4373563" y="3260725"/>
            <a:ext cx="0" cy="631825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6" name="Line 35">
            <a:extLst>
              <a:ext uri="{FF2B5EF4-FFF2-40B4-BE49-F238E27FC236}">
                <a16:creationId xmlns:a16="http://schemas.microsoft.com/office/drawing/2014/main" id="{0C80573E-9312-4069-833E-589FEC6A35E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3267075"/>
            <a:ext cx="0" cy="350838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7" name="Line 36">
            <a:extLst>
              <a:ext uri="{FF2B5EF4-FFF2-40B4-BE49-F238E27FC236}">
                <a16:creationId xmlns:a16="http://schemas.microsoft.com/office/drawing/2014/main" id="{ED648D47-3E66-438A-AE98-722274844F0E}"/>
              </a:ext>
            </a:extLst>
          </p:cNvPr>
          <p:cNvSpPr>
            <a:spLocks noChangeShapeType="1"/>
          </p:cNvSpPr>
          <p:nvPr/>
        </p:nvSpPr>
        <p:spPr bwMode="auto">
          <a:xfrm>
            <a:off x="1538288" y="3617913"/>
            <a:ext cx="0" cy="14049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8" name="Line 37">
            <a:extLst>
              <a:ext uri="{FF2B5EF4-FFF2-40B4-BE49-F238E27FC236}">
                <a16:creationId xmlns:a16="http://schemas.microsoft.com/office/drawing/2014/main" id="{F557A861-B18C-4B90-B1F2-56BE8E685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3617913"/>
            <a:ext cx="0" cy="140493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39" name="Line 38">
            <a:extLst>
              <a:ext uri="{FF2B5EF4-FFF2-40B4-BE49-F238E27FC236}">
                <a16:creationId xmlns:a16="http://schemas.microsoft.com/office/drawing/2014/main" id="{8CD204E6-171D-49F9-BF42-FD2FDFD6252B}"/>
              </a:ext>
            </a:extLst>
          </p:cNvPr>
          <p:cNvSpPr>
            <a:spLocks noChangeShapeType="1"/>
          </p:cNvSpPr>
          <p:nvPr/>
        </p:nvSpPr>
        <p:spPr bwMode="auto">
          <a:xfrm>
            <a:off x="2178050" y="5022850"/>
            <a:ext cx="254635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2740" name="Line 39">
            <a:extLst>
              <a:ext uri="{FF2B5EF4-FFF2-40B4-BE49-F238E27FC236}">
                <a16:creationId xmlns:a16="http://schemas.microsoft.com/office/drawing/2014/main" id="{F7C7AB96-A6C4-4273-9339-260FD84E082A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5022850"/>
            <a:ext cx="2933700" cy="0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1" name="Rectangle 2">
            <a:extLst>
              <a:ext uri="{FF2B5EF4-FFF2-40B4-BE49-F238E27FC236}">
                <a16:creationId xmlns:a16="http://schemas.microsoft.com/office/drawing/2014/main" id="{D23A280D-6EC7-426A-93F3-117005DA7D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Tautology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9C788544-F939-4B9E-9DC0-9A69FB7BE0D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compound statement that is always true regardless of the truth values of the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individual statements substituted for its statement variables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called 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tautology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tautological 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730" name="Slide Number Placeholder 6">
            <a:extLst>
              <a:ext uri="{FF2B5EF4-FFF2-40B4-BE49-F238E27FC236}">
                <a16:creationId xmlns:a16="http://schemas.microsoft.com/office/drawing/2014/main" id="{21F65398-C581-4B30-BB1D-4948C0F28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AC7B61E-BC85-4034-A39B-8899BA7E11FA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GB" altLang="en-US" sz="14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5" name="Rectangle 2">
            <a:extLst>
              <a:ext uri="{FF2B5EF4-FFF2-40B4-BE49-F238E27FC236}">
                <a16:creationId xmlns:a16="http://schemas.microsoft.com/office/drawing/2014/main" id="{47A248ED-D014-4ADD-9C0F-3B9ED4898D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</p:txBody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1A43824B-0D8D-4465-A2A1-7DEB25D3736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i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	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saw earlier that the truth value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always 	T. Therefore,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tautology.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14375" indent="-714375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(ii)	From the truth table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drawn earlier, we see that this statement is also a tautology.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4754" name="Slide Number Placeholder 6">
            <a:extLst>
              <a:ext uri="{FF2B5EF4-FFF2-40B4-BE49-F238E27FC236}">
                <a16:creationId xmlns:a16="http://schemas.microsoft.com/office/drawing/2014/main" id="{B80ADD1C-037B-4E5B-9533-E9F5E0B2C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0BBB504-A491-4848-AD4F-47D283B0461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GB" altLang="en-US" sz="14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Rectangle 2">
            <a:extLst>
              <a:ext uri="{FF2B5EF4-FFF2-40B4-BE49-F238E27FC236}">
                <a16:creationId xmlns:a16="http://schemas.microsoft.com/office/drawing/2014/main" id="{539B58FD-A283-4AFB-9831-C458DA8412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endParaRPr lang="en-US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F6896FD3-EA06-4EFF-A3E9-0A5F62D27EED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compound statement that is always false regardless of the truth values of the 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individual statements substituted for its statement variables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a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contradiction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contradictory 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5778" name="Slide Number Placeholder 6">
            <a:extLst>
              <a:ext uri="{FF2B5EF4-FFF2-40B4-BE49-F238E27FC236}">
                <a16:creationId xmlns:a16="http://schemas.microsoft.com/office/drawing/2014/main" id="{16AB8789-D43C-4376-B1B9-BF0B9B5E6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2213B4E-0BED-40BB-8A2E-EF052B3C56D1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GB" altLang="en-US" sz="14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3" name="Rectangle 2">
            <a:extLst>
              <a:ext uri="{FF2B5EF4-FFF2-40B4-BE49-F238E27FC236}">
                <a16:creationId xmlns:a16="http://schemas.microsoft.com/office/drawing/2014/main" id="{5DBE261E-44E0-48DA-8B0B-3A9BC8CFD27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D3057285-F634-4DC3-8C6A-D775FA737B81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Consider the truth table for the statement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P.</a:t>
            </a: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lnSpc>
                <a:spcPct val="90000"/>
              </a:lnSpc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As the truth value for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always F, the statement is a contradiction.</a:t>
            </a:r>
          </a:p>
        </p:txBody>
      </p:sp>
      <p:graphicFrame>
        <p:nvGraphicFramePr>
          <p:cNvPr id="308246" name="Group 22">
            <a:extLst>
              <a:ext uri="{FF2B5EF4-FFF2-40B4-BE49-F238E27FC236}">
                <a16:creationId xmlns:a16="http://schemas.microsoft.com/office/drawing/2014/main" id="{1F22D587-A676-4B5A-8BA3-7FAC214E04D6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2595563" y="2720975"/>
          <a:ext cx="4076700" cy="1374776"/>
        </p:xfrm>
        <a:graphic>
          <a:graphicData uri="http://schemas.openxmlformats.org/drawingml/2006/table">
            <a:tbl>
              <a:tblPr/>
              <a:tblGrid>
                <a:gridCol w="1358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8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~ P</a:t>
                      </a:r>
                      <a:endParaRPr kumimoji="0" lang="en-GB" sz="24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P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 </a:t>
                      </a:r>
                      <a:r>
                        <a:rPr kumimoji="0" lang="en-US" sz="24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  <a:sym typeface="Symbol" pitchFamily="-109" charset="2"/>
                        </a:rPr>
                        <a:t>~ P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78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T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-109" charset="0"/>
                          <a:cs typeface="Times New Roman" pitchFamily="-109" charset="0"/>
                        </a:rPr>
                        <a:t>F</a:t>
                      </a:r>
                      <a:endParaRPr kumimoji="0" lang="en-GB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-109" charset="0"/>
                        <a:cs typeface="Times New Roman" pitchFamily="-109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6802" name="Slide Number Placeholder 6">
            <a:extLst>
              <a:ext uri="{FF2B5EF4-FFF2-40B4-BE49-F238E27FC236}">
                <a16:creationId xmlns:a16="http://schemas.microsoft.com/office/drawing/2014/main" id="{54611057-9ADB-45AF-BEAF-54CC70DF9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8D96E6C-F58A-4101-93B0-11AA6DCA5183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GB" altLang="en-US" sz="14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7" name="Rectangle 2">
            <a:extLst>
              <a:ext uri="{FF2B5EF4-FFF2-40B4-BE49-F238E27FC236}">
                <a16:creationId xmlns:a16="http://schemas.microsoft.com/office/drawing/2014/main" id="{A0C9B5E8-E5B1-482A-BC77-EDC2CE6D0D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Contingent</a:t>
            </a:r>
            <a:endParaRPr lang="en-US" altLang="en-US" sz="3600" b="1" i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9AD53F71-ADEF-4E19-9FE7-E3B8065123F0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statement that is not a tautology and not a contradiction is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contingent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intermediate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400" i="1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7826" name="Slide Number Placeholder 6">
            <a:extLst>
              <a:ext uri="{FF2B5EF4-FFF2-40B4-BE49-F238E27FC236}">
                <a16:creationId xmlns:a16="http://schemas.microsoft.com/office/drawing/2014/main" id="{8908BAF4-B5F1-4BB3-BED2-C8BD2F00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06F8742-2F75-494E-AC89-DB5110BC0C20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GB" altLang="en-US" sz="14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1" name="Rectangle 2">
            <a:extLst>
              <a:ext uri="{FF2B5EF4-FFF2-40B4-BE49-F238E27FC236}">
                <a16:creationId xmlns:a16="http://schemas.microsoft.com/office/drawing/2014/main" id="{A2892F7B-09A4-4F96-98DC-A717052101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Contingent: Example</a:t>
            </a:r>
          </a:p>
        </p:txBody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3056BD29-94FE-47D2-AAE8-5FBA500D044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is a statement variable, then it is contingent.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Note that a statement variable is a statement that can be True or False. </a:t>
            </a:r>
          </a:p>
        </p:txBody>
      </p:sp>
      <p:sp>
        <p:nvSpPr>
          <p:cNvPr id="78850" name="Slide Number Placeholder 6">
            <a:extLst>
              <a:ext uri="{FF2B5EF4-FFF2-40B4-BE49-F238E27FC236}">
                <a16:creationId xmlns:a16="http://schemas.microsoft.com/office/drawing/2014/main" id="{63C2A75B-8F37-488A-B609-396B375E66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71C9D1D-7F27-4DAF-89F5-9044EA48C44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GB" altLang="en-US" sz="14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2">
            <a:extLst>
              <a:ext uri="{FF2B5EF4-FFF2-40B4-BE49-F238E27FC236}">
                <a16:creationId xmlns:a16="http://schemas.microsoft.com/office/drawing/2014/main" id="{172608E4-1E40-46AB-B50E-BD45573C69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Determining tautology, contradiction or contingent statement</a:t>
            </a:r>
            <a:endParaRPr lang="en-US" altLang="en-US" sz="32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6F633488-BCDF-47B5-AD42-2DA893CE9A7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Determine from its truth table whether the following statement is a tautology, contradiction or contingent statement.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	~((~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Therefore, it is a tautology.</a:t>
            </a:r>
          </a:p>
        </p:txBody>
      </p:sp>
      <p:sp>
        <p:nvSpPr>
          <p:cNvPr id="79874" name="Slide Number Placeholder 6">
            <a:extLst>
              <a:ext uri="{FF2B5EF4-FFF2-40B4-BE49-F238E27FC236}">
                <a16:creationId xmlns:a16="http://schemas.microsoft.com/office/drawing/2014/main" id="{EFC272D4-C53D-49A2-994B-3DB2B72D8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39F1152-3DC9-471E-B180-3E6305849BA7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GB" altLang="en-US" sz="1400"/>
          </a:p>
        </p:txBody>
      </p:sp>
      <p:sp>
        <p:nvSpPr>
          <p:cNvPr id="311301" name="Rectangle 5">
            <a:extLst>
              <a:ext uri="{FF2B5EF4-FFF2-40B4-BE49-F238E27FC236}">
                <a16:creationId xmlns:a16="http://schemas.microsoft.com/office/drawing/2014/main" id="{591EA154-A90D-4425-93E8-285A0D7CC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4883150"/>
            <a:ext cx="20034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2" name="Rectangle 6">
            <a:extLst>
              <a:ext uri="{FF2B5EF4-FFF2-40B4-BE49-F238E27FC236}">
                <a16:creationId xmlns:a16="http://schemas.microsoft.com/office/drawing/2014/main" id="{B3D09A64-441E-4AC7-A8D8-830BE59CF8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4425950"/>
            <a:ext cx="200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3" name="Rectangle 7">
            <a:extLst>
              <a:ext uri="{FF2B5EF4-FFF2-40B4-BE49-F238E27FC236}">
                <a16:creationId xmlns:a16="http://schemas.microsoft.com/office/drawing/2014/main" id="{696EC1EC-0BF9-4D32-B2F8-125E9DFBD4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3967163"/>
            <a:ext cx="20034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4" name="Rectangle 8">
            <a:extLst>
              <a:ext uri="{FF2B5EF4-FFF2-40B4-BE49-F238E27FC236}">
                <a16:creationId xmlns:a16="http://schemas.microsoft.com/office/drawing/2014/main" id="{C05BACE9-56F3-4856-914B-1CDA241B4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3509963"/>
            <a:ext cx="20034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81" name="Rectangle 9">
            <a:extLst>
              <a:ext uri="{FF2B5EF4-FFF2-40B4-BE49-F238E27FC236}">
                <a16:creationId xmlns:a16="http://schemas.microsoft.com/office/drawing/2014/main" id="{8DCCEF32-5086-4A31-8D5B-389228A1C1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0975" y="3051175"/>
            <a:ext cx="20034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</a:p>
        </p:txBody>
      </p:sp>
      <p:sp>
        <p:nvSpPr>
          <p:cNvPr id="311306" name="Rectangle 10">
            <a:extLst>
              <a:ext uri="{FF2B5EF4-FFF2-40B4-BE49-F238E27FC236}">
                <a16:creationId xmlns:a16="http://schemas.microsoft.com/office/drawing/2014/main" id="{9F8FDE5D-5DA7-4685-9D5B-646E76FDE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4883150"/>
            <a:ext cx="13065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7" name="Rectangle 11">
            <a:extLst>
              <a:ext uri="{FF2B5EF4-FFF2-40B4-BE49-F238E27FC236}">
                <a16:creationId xmlns:a16="http://schemas.microsoft.com/office/drawing/2014/main" id="{7BB65B65-EE1A-4AAC-9BD7-2EF510ECF9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4425950"/>
            <a:ext cx="130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8" name="Rectangle 12">
            <a:extLst>
              <a:ext uri="{FF2B5EF4-FFF2-40B4-BE49-F238E27FC236}">
                <a16:creationId xmlns:a16="http://schemas.microsoft.com/office/drawing/2014/main" id="{BBBF2539-D61F-4EA5-BC49-6A23C1CBB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967163"/>
            <a:ext cx="1306512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09" name="Rectangle 13">
            <a:extLst>
              <a:ext uri="{FF2B5EF4-FFF2-40B4-BE49-F238E27FC236}">
                <a16:creationId xmlns:a16="http://schemas.microsoft.com/office/drawing/2014/main" id="{6C837D08-0A33-49C8-8B5E-6345F8E84D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509963"/>
            <a:ext cx="13065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86" name="Rectangle 14">
            <a:extLst>
              <a:ext uri="{FF2B5EF4-FFF2-40B4-BE49-F238E27FC236}">
                <a16:creationId xmlns:a16="http://schemas.microsoft.com/office/drawing/2014/main" id="{0B04D9DA-DA8D-49A5-B17A-A6DE33CBF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4463" y="3051175"/>
            <a:ext cx="1306512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</a:p>
        </p:txBody>
      </p:sp>
      <p:sp>
        <p:nvSpPr>
          <p:cNvPr id="311311" name="Rectangle 15">
            <a:extLst>
              <a:ext uri="{FF2B5EF4-FFF2-40B4-BE49-F238E27FC236}">
                <a16:creationId xmlns:a16="http://schemas.microsoft.com/office/drawing/2014/main" id="{B039913D-1A58-4380-8D2B-F9BA6259F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3967163"/>
            <a:ext cx="22875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12" name="Rectangle 16">
            <a:extLst>
              <a:ext uri="{FF2B5EF4-FFF2-40B4-BE49-F238E27FC236}">
                <a16:creationId xmlns:a16="http://schemas.microsoft.com/office/drawing/2014/main" id="{593FF8A9-83A3-4A3D-AFB2-A5956EB2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967163"/>
            <a:ext cx="73977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89" name="Rectangle 17">
            <a:extLst>
              <a:ext uri="{FF2B5EF4-FFF2-40B4-BE49-F238E27FC236}">
                <a16:creationId xmlns:a16="http://schemas.microsoft.com/office/drawing/2014/main" id="{C18E2A63-2BBD-4DC4-ACA9-0C3B5FE428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967163"/>
            <a:ext cx="49688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90" name="Rectangle 18">
            <a:extLst>
              <a:ext uri="{FF2B5EF4-FFF2-40B4-BE49-F238E27FC236}">
                <a16:creationId xmlns:a16="http://schemas.microsoft.com/office/drawing/2014/main" id="{D91103C6-481D-4C4F-BBF7-60C79D866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967163"/>
            <a:ext cx="517525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15" name="Rectangle 19">
            <a:extLst>
              <a:ext uri="{FF2B5EF4-FFF2-40B4-BE49-F238E27FC236}">
                <a16:creationId xmlns:a16="http://schemas.microsoft.com/office/drawing/2014/main" id="{48285E15-70E1-493B-99F4-F41FDAE6FB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4425950"/>
            <a:ext cx="2287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16" name="Rectangle 20">
            <a:extLst>
              <a:ext uri="{FF2B5EF4-FFF2-40B4-BE49-F238E27FC236}">
                <a16:creationId xmlns:a16="http://schemas.microsoft.com/office/drawing/2014/main" id="{012E4CB4-BF83-4C06-B267-E2B30070D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4425950"/>
            <a:ext cx="73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93" name="Rectangle 21">
            <a:extLst>
              <a:ext uri="{FF2B5EF4-FFF2-40B4-BE49-F238E27FC236}">
                <a16:creationId xmlns:a16="http://schemas.microsoft.com/office/drawing/2014/main" id="{39DBCD72-C957-4FA7-8C8E-6ABAD88573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425950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94" name="Rectangle 22">
            <a:extLst>
              <a:ext uri="{FF2B5EF4-FFF2-40B4-BE49-F238E27FC236}">
                <a16:creationId xmlns:a16="http://schemas.microsoft.com/office/drawing/2014/main" id="{1D2C904C-4927-4F3F-9FE3-C1C559232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425950"/>
            <a:ext cx="51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19" name="Rectangle 23">
            <a:extLst>
              <a:ext uri="{FF2B5EF4-FFF2-40B4-BE49-F238E27FC236}">
                <a16:creationId xmlns:a16="http://schemas.microsoft.com/office/drawing/2014/main" id="{3CF7FD5D-396D-4B87-8363-8644809D81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4883150"/>
            <a:ext cx="7397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20" name="Rectangle 24">
            <a:extLst>
              <a:ext uri="{FF2B5EF4-FFF2-40B4-BE49-F238E27FC236}">
                <a16:creationId xmlns:a16="http://schemas.microsoft.com/office/drawing/2014/main" id="{6CB00865-12E3-464F-A6CC-BA466DA91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509963"/>
            <a:ext cx="7397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97" name="Rectangle 25">
            <a:extLst>
              <a:ext uri="{FF2B5EF4-FFF2-40B4-BE49-F238E27FC236}">
                <a16:creationId xmlns:a16="http://schemas.microsoft.com/office/drawing/2014/main" id="{DE80B10D-3C7A-4429-8A36-EB32C7EBD1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4688" y="3051175"/>
            <a:ext cx="73977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 P</a:t>
            </a:r>
          </a:p>
        </p:txBody>
      </p:sp>
      <p:sp>
        <p:nvSpPr>
          <p:cNvPr id="311322" name="Rectangle 26">
            <a:extLst>
              <a:ext uri="{FF2B5EF4-FFF2-40B4-BE49-F238E27FC236}">
                <a16:creationId xmlns:a16="http://schemas.microsoft.com/office/drawing/2014/main" id="{D87DA243-A242-4010-AC31-2AB84CB38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4883150"/>
            <a:ext cx="22875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899" name="Rectangle 27">
            <a:extLst>
              <a:ext uri="{FF2B5EF4-FFF2-40B4-BE49-F238E27FC236}">
                <a16:creationId xmlns:a16="http://schemas.microsoft.com/office/drawing/2014/main" id="{0A59A800-5AD8-4461-96AE-714270709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4883150"/>
            <a:ext cx="4968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0" name="Rectangle 28">
            <a:extLst>
              <a:ext uri="{FF2B5EF4-FFF2-40B4-BE49-F238E27FC236}">
                <a16:creationId xmlns:a16="http://schemas.microsoft.com/office/drawing/2014/main" id="{3B27F1F3-F3DA-4C6C-9ABE-A92ED77474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4883150"/>
            <a:ext cx="5175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1325" name="Rectangle 29">
            <a:extLst>
              <a:ext uri="{FF2B5EF4-FFF2-40B4-BE49-F238E27FC236}">
                <a16:creationId xmlns:a16="http://schemas.microsoft.com/office/drawing/2014/main" id="{8F736B60-81E7-47F7-8086-DB71C0A965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3509963"/>
            <a:ext cx="22875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2" name="Rectangle 30">
            <a:extLst>
              <a:ext uri="{FF2B5EF4-FFF2-40B4-BE49-F238E27FC236}">
                <a16:creationId xmlns:a16="http://schemas.microsoft.com/office/drawing/2014/main" id="{1A9D7E03-38E1-4781-A0FF-00D354419C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509963"/>
            <a:ext cx="496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3" name="Rectangle 31">
            <a:extLst>
              <a:ext uri="{FF2B5EF4-FFF2-40B4-BE49-F238E27FC236}">
                <a16:creationId xmlns:a16="http://schemas.microsoft.com/office/drawing/2014/main" id="{93FA1ABA-2CFF-4483-B5CD-1CBA54EAD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509963"/>
            <a:ext cx="51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lang="en-GB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4" name="Rectangle 32">
            <a:extLst>
              <a:ext uri="{FF2B5EF4-FFF2-40B4-BE49-F238E27FC236}">
                <a16:creationId xmlns:a16="http://schemas.microsoft.com/office/drawing/2014/main" id="{E8CA2500-3ABE-448F-B4B8-BE87A333A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47800" y="3051175"/>
            <a:ext cx="4968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5" name="Rectangle 33">
            <a:extLst>
              <a:ext uri="{FF2B5EF4-FFF2-40B4-BE49-F238E27FC236}">
                <a16:creationId xmlns:a16="http://schemas.microsoft.com/office/drawing/2014/main" id="{18A2F47E-5F95-4726-B6E0-705F908590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4400" y="3051175"/>
            <a:ext cx="22875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~((~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en-US" altLang="en-US" sz="2400" i="1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79906" name="Rectangle 34">
            <a:extLst>
              <a:ext uri="{FF2B5EF4-FFF2-40B4-BE49-F238E27FC236}">
                <a16:creationId xmlns:a16="http://schemas.microsoft.com/office/drawing/2014/main" id="{B617D3BA-F27F-4425-BEA5-FCF2513B8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0275" y="3051175"/>
            <a:ext cx="517525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endParaRPr lang="en-GB" altLang="en-US" sz="2400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907" name="Line 35">
            <a:extLst>
              <a:ext uri="{FF2B5EF4-FFF2-40B4-BE49-F238E27FC236}">
                <a16:creationId xmlns:a16="http://schemas.microsoft.com/office/drawing/2014/main" id="{4FF05C48-49FD-42BD-8AF0-16A68EA545EF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051175"/>
            <a:ext cx="73517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08" name="Line 36">
            <a:extLst>
              <a:ext uri="{FF2B5EF4-FFF2-40B4-BE49-F238E27FC236}">
                <a16:creationId xmlns:a16="http://schemas.microsoft.com/office/drawing/2014/main" id="{DFAE3F0B-171D-4061-93BC-33C69F76E3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509963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09" name="Line 37">
            <a:extLst>
              <a:ext uri="{FF2B5EF4-FFF2-40B4-BE49-F238E27FC236}">
                <a16:creationId xmlns:a16="http://schemas.microsoft.com/office/drawing/2014/main" id="{96293CC7-336D-42ED-9BA0-F963EB93349D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5341938"/>
            <a:ext cx="7351713" cy="0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0" name="Line 38">
            <a:extLst>
              <a:ext uri="{FF2B5EF4-FFF2-40B4-BE49-F238E27FC236}">
                <a16:creationId xmlns:a16="http://schemas.microsoft.com/office/drawing/2014/main" id="{B780D3F8-407A-4134-90EA-962B60447D96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051175"/>
            <a:ext cx="0" cy="22907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1" name="Line 39">
            <a:extLst>
              <a:ext uri="{FF2B5EF4-FFF2-40B4-BE49-F238E27FC236}">
                <a16:creationId xmlns:a16="http://schemas.microsoft.com/office/drawing/2014/main" id="{25231A7C-44D9-40B2-B024-F1DB8FE9C2D2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3051175"/>
            <a:ext cx="0" cy="2290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2" name="Line 40">
            <a:extLst>
              <a:ext uri="{FF2B5EF4-FFF2-40B4-BE49-F238E27FC236}">
                <a16:creationId xmlns:a16="http://schemas.microsoft.com/office/drawing/2014/main" id="{43CE9F83-7111-4823-B0B0-C3942B088B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281988" y="3051175"/>
            <a:ext cx="0" cy="2290763"/>
          </a:xfrm>
          <a:prstGeom prst="line">
            <a:avLst/>
          </a:prstGeom>
          <a:noFill/>
          <a:ln w="28575" cap="sq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3" name="Line 41">
            <a:extLst>
              <a:ext uri="{FF2B5EF4-FFF2-40B4-BE49-F238E27FC236}">
                <a16:creationId xmlns:a16="http://schemas.microsoft.com/office/drawing/2014/main" id="{C23AD986-6590-41E3-835E-DAE740CFD48E}"/>
              </a:ext>
            </a:extLst>
          </p:cNvPr>
          <p:cNvSpPr>
            <a:spLocks noChangeShapeType="1"/>
          </p:cNvSpPr>
          <p:nvPr/>
        </p:nvSpPr>
        <p:spPr bwMode="auto">
          <a:xfrm>
            <a:off x="1944688" y="3051175"/>
            <a:ext cx="0" cy="2290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4" name="Line 42">
            <a:extLst>
              <a:ext uri="{FF2B5EF4-FFF2-40B4-BE49-F238E27FC236}">
                <a16:creationId xmlns:a16="http://schemas.microsoft.com/office/drawing/2014/main" id="{4B021A40-7045-4838-B9B0-9BFE97E93FFA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3967163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5" name="Line 43">
            <a:extLst>
              <a:ext uri="{FF2B5EF4-FFF2-40B4-BE49-F238E27FC236}">
                <a16:creationId xmlns:a16="http://schemas.microsoft.com/office/drawing/2014/main" id="{CF119554-4C37-47BE-AF4F-896D4412B545}"/>
              </a:ext>
            </a:extLst>
          </p:cNvPr>
          <p:cNvSpPr>
            <a:spLocks noChangeShapeType="1"/>
          </p:cNvSpPr>
          <p:nvPr/>
        </p:nvSpPr>
        <p:spPr bwMode="auto">
          <a:xfrm>
            <a:off x="2684463" y="3051175"/>
            <a:ext cx="0" cy="2290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6" name="Line 44">
            <a:extLst>
              <a:ext uri="{FF2B5EF4-FFF2-40B4-BE49-F238E27FC236}">
                <a16:creationId xmlns:a16="http://schemas.microsoft.com/office/drawing/2014/main" id="{6D553DDF-1E6C-4335-9CD4-EE3DB29FF1B4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4883150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7" name="Line 45">
            <a:extLst>
              <a:ext uri="{FF2B5EF4-FFF2-40B4-BE49-F238E27FC236}">
                <a16:creationId xmlns:a16="http://schemas.microsoft.com/office/drawing/2014/main" id="{D3E5A8F8-C87C-4F8C-BDB1-95E6A31AEE1F}"/>
              </a:ext>
            </a:extLst>
          </p:cNvPr>
          <p:cNvSpPr>
            <a:spLocks noChangeShapeType="1"/>
          </p:cNvSpPr>
          <p:nvPr/>
        </p:nvSpPr>
        <p:spPr bwMode="auto">
          <a:xfrm>
            <a:off x="930275" y="4425950"/>
            <a:ext cx="73517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8" name="Line 46">
            <a:extLst>
              <a:ext uri="{FF2B5EF4-FFF2-40B4-BE49-F238E27FC236}">
                <a16:creationId xmlns:a16="http://schemas.microsoft.com/office/drawing/2014/main" id="{988C5ED7-6659-4013-B324-6E0FE894C663}"/>
              </a:ext>
            </a:extLst>
          </p:cNvPr>
          <p:cNvSpPr>
            <a:spLocks noChangeShapeType="1"/>
          </p:cNvSpPr>
          <p:nvPr/>
        </p:nvSpPr>
        <p:spPr bwMode="auto">
          <a:xfrm>
            <a:off x="3990975" y="3051175"/>
            <a:ext cx="0" cy="2290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9919" name="Line 47">
            <a:extLst>
              <a:ext uri="{FF2B5EF4-FFF2-40B4-BE49-F238E27FC236}">
                <a16:creationId xmlns:a16="http://schemas.microsoft.com/office/drawing/2014/main" id="{AAA1EC14-6DB0-47E7-A0ED-3A2BC8653E37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4400" y="3051175"/>
            <a:ext cx="0" cy="2290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SG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1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1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11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11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11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11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311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311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311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311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311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311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311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3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3113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11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3112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1301" grpId="0"/>
      <p:bldP spid="311302" grpId="0"/>
      <p:bldP spid="311303" grpId="0"/>
      <p:bldP spid="311304" grpId="0"/>
      <p:bldP spid="311306" grpId="0"/>
      <p:bldP spid="311307" grpId="0"/>
      <p:bldP spid="311308" grpId="0"/>
      <p:bldP spid="311309" grpId="0"/>
      <p:bldP spid="311311" grpId="0"/>
      <p:bldP spid="311312" grpId="0"/>
      <p:bldP spid="311315" grpId="0"/>
      <p:bldP spid="311316" grpId="0"/>
      <p:bldP spid="311319" grpId="0"/>
      <p:bldP spid="311320" grpId="0"/>
      <p:bldP spid="311322" grpId="0"/>
      <p:bldP spid="311325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9" name="Rectangle 2">
            <a:extLst>
              <a:ext uri="{FF2B5EF4-FFF2-40B4-BE49-F238E27FC236}">
                <a16:creationId xmlns:a16="http://schemas.microsoft.com/office/drawing/2014/main" id="{35F72671-6AF7-4A25-AFDE-5055E6163A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31800" y="-173831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Equivalence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FBE578CC-9D15-4488-BC99-E1D05C2DE4E6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31800" y="1166018"/>
            <a:ext cx="8204200" cy="5079207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(compound) statements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said to be </a:t>
            </a:r>
            <a:r>
              <a:rPr lang="en-US" alt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logically equivalent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written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if and only if they have identical truth values for each possible substitution of statements for their variables.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is, they have the same truth table.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that: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compound statement E is a tautology if and only if 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 T (true).  For example,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T.</a:t>
            </a:r>
          </a:p>
          <a:p>
            <a:pPr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A compound statement E is a contradiction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and only if E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 F (false). For example,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F.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898" name="Slide Number Placeholder 6">
            <a:extLst>
              <a:ext uri="{FF2B5EF4-FFF2-40B4-BE49-F238E27FC236}">
                <a16:creationId xmlns:a16="http://schemas.microsoft.com/office/drawing/2014/main" id="{56779E12-3B9B-42EE-BAB5-242D179EB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5EE9BCC-C163-42F8-83B6-4EDC4290A64E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GB" altLang="en-US" sz="14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3" name="Rectangle 2">
            <a:extLst>
              <a:ext uri="{FF2B5EF4-FFF2-40B4-BE49-F238E27FC236}">
                <a16:creationId xmlns:a16="http://schemas.microsoft.com/office/drawing/2014/main" id="{5CB831AE-EE74-429F-979A-69BEAFD1B0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 Equivalence: Notes</a:t>
            </a:r>
            <a:endParaRPr lang="en-US" altLang="en-US" sz="3600" b="1" i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313347" name="Rectangle 3">
            <a:extLst>
              <a:ext uri="{FF2B5EF4-FFF2-40B4-BE49-F238E27FC236}">
                <a16:creationId xmlns:a16="http://schemas.microsoft.com/office/drawing/2014/main" id="{934E9F59-D8F6-4D2C-9CF8-A58339A3E9F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447088" cy="4525963"/>
          </a:xfrm>
        </p:spPr>
        <p:txBody>
          <a:bodyPr/>
          <a:lstStyle/>
          <a:p>
            <a:pPr marL="0" indent="0" eaLnBrk="1" hangingPunct="1">
              <a:buFontTx/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	To say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logically equivalent to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same as saying 	“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tautology”.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 	Two statements are logically equivalent if they have 	identical truth tables.</a:t>
            </a:r>
          </a:p>
          <a:p>
            <a:pPr marL="0" indent="0" eaLnBrk="1" hangingPunct="1">
              <a:buFontTx/>
              <a:buNone/>
              <a:defRPr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900113" indent="-900113" eaLnBrk="1" hangingPunct="1">
              <a:buFontTx/>
              <a:buNone/>
              <a:defRPr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3. 	Logically equivalent statements can be substituted in statement forms (compound statements) without changing their truth values.</a:t>
            </a:r>
          </a:p>
        </p:txBody>
      </p:sp>
      <p:sp>
        <p:nvSpPr>
          <p:cNvPr id="81922" name="Slide Number Placeholder 6">
            <a:extLst>
              <a:ext uri="{FF2B5EF4-FFF2-40B4-BE49-F238E27FC236}">
                <a16:creationId xmlns:a16="http://schemas.microsoft.com/office/drawing/2014/main" id="{CCB4D9F3-17A9-4692-92BA-3966273B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D4DCE45-F609-4C3A-8272-6AAABDEE5B49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3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>
            <a:extLst>
              <a:ext uri="{FF2B5EF4-FFF2-40B4-BE49-F238E27FC236}">
                <a16:creationId xmlns:a16="http://schemas.microsoft.com/office/drawing/2014/main" id="{B6A0E810-480C-4135-9BC3-C1D66E9BF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876822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Substitution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3E096F8A-AED6-4BDB-828D-6C97DD6543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227034" y="1027133"/>
            <a:ext cx="8689932" cy="5329217"/>
          </a:xfrm>
        </p:spPr>
        <p:txBody>
          <a:bodyPr>
            <a:normAutofit fontScale="70000" lnSpcReduction="20000"/>
          </a:bodyPr>
          <a:lstStyle/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Based on logical equivalences, we can substitute a statement with an equivalence statement in any compound statements in the same way as in algebra with “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” treated 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 “=“ .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Hence, substitution can be used for the following purposes: </a:t>
            </a:r>
          </a:p>
          <a:p>
            <a:pPr marL="514350" indent="-514350" eaLnBrk="1" hangingPunct="1">
              <a:buFont typeface="+mj-lt"/>
              <a:buAutoNum type="arabicPeriod"/>
            </a:pP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14375" lvl="1" indent="-176213"/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Proving 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tautology or contradiction as an alternative method to the truth table method.</a:t>
            </a:r>
          </a:p>
          <a:p>
            <a:pPr marL="714375" lvl="1" indent="-176213"/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714375" lvl="1" indent="-176213"/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Simplifying compound statements </a:t>
            </a: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indent="0" eaLnBrk="1" hangingPunct="1">
              <a:buFontTx/>
              <a:buNone/>
            </a:pPr>
            <a:endParaRPr lang="en-US" altLang="en-US"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few slides show the logical equivalences that are commonly used in substitution. All these equivalences can be proved using the truth table method. </a:t>
            </a:r>
          </a:p>
          <a:p>
            <a:pPr marL="0" indent="0" eaLnBrk="1" hangingPunct="1">
              <a:buFontTx/>
              <a:buNone/>
            </a:pPr>
            <a:r>
              <a:rPr lang="en-US" altLang="en-US" sz="3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 after that we shall show some examples on using substitution method. 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7042" name="Slide Number Placeholder 6">
            <a:extLst>
              <a:ext uri="{FF2B5EF4-FFF2-40B4-BE49-F238E27FC236}">
                <a16:creationId xmlns:a16="http://schemas.microsoft.com/office/drawing/2014/main" id="{EECF0A0B-CEC8-4BA4-8918-2EAE47DD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C438C1-05C1-408B-9C16-1AF0B8FF6D1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GB" altLang="en-US" sz="14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9" name="Rectangle 2">
            <a:extLst>
              <a:ext uri="{FF2B5EF4-FFF2-40B4-BE49-F238E27FC236}">
                <a16:creationId xmlns:a16="http://schemas.microsoft.com/office/drawing/2014/main" id="{069CDE25-EA68-4A60-B7B7-51A2C3BEE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Logical Equivalences</a:t>
            </a:r>
            <a:endParaRPr lang="en-US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799739C0-2128-45A7-9982-CE30775957D7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1.	Commutative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2.	Associative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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en-US" sz="2400" i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</a:p>
        </p:txBody>
      </p:sp>
      <p:sp>
        <p:nvSpPr>
          <p:cNvPr id="91138" name="Slide Number Placeholder 6">
            <a:extLst>
              <a:ext uri="{FF2B5EF4-FFF2-40B4-BE49-F238E27FC236}">
                <a16:creationId xmlns:a16="http://schemas.microsoft.com/office/drawing/2014/main" id="{89F201B5-13F8-4910-8620-BDD655E18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DA795C8-F459-4B18-A8FA-00C35D6457AA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35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35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35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235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3" name="Rectangle 2">
            <a:extLst>
              <a:ext uri="{FF2B5EF4-FFF2-40B4-BE49-F238E27FC236}">
                <a16:creationId xmlns:a16="http://schemas.microsoft.com/office/drawing/2014/main" id="{910B2893-5D95-4AE7-B08B-41C50182E0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Logical Equivalences</a:t>
            </a:r>
            <a:endParaRPr lang="en-US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516476FF-A28A-45D6-8669-F6B4743EEA1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3.	Distributive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 ((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	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 ((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 ((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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 ((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R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4.	Double Negation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~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</a:p>
        </p:txBody>
      </p:sp>
      <p:sp>
        <p:nvSpPr>
          <p:cNvPr id="92162" name="Slide Number Placeholder 6">
            <a:extLst>
              <a:ext uri="{FF2B5EF4-FFF2-40B4-BE49-F238E27FC236}">
                <a16:creationId xmlns:a16="http://schemas.microsoft.com/office/drawing/2014/main" id="{7D81BEA7-2B19-48B6-A0C9-775ED724D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E147BC9-3629-4F6F-B40A-D815C6EC1B41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65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46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46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7" name="Rectangle 2">
            <a:extLst>
              <a:ext uri="{FF2B5EF4-FFF2-40B4-BE49-F238E27FC236}">
                <a16:creationId xmlns:a16="http://schemas.microsoft.com/office/drawing/2014/main" id="{F637A491-AB1A-4232-BBAD-1D6EC32F38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Logical Equivalences</a:t>
            </a:r>
            <a:endParaRPr lang="en-US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27C2C7BE-208A-4BAC-8EF3-380EE6B70302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5.	</a:t>
            </a:r>
            <a:r>
              <a:rPr lang="en-US" altLang="en-US" sz="2400" dirty="0" err="1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DeMorgan’s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~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	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~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6.	Other Implication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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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~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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93186" name="Slide Number Placeholder 6">
            <a:extLst>
              <a:ext uri="{FF2B5EF4-FFF2-40B4-BE49-F238E27FC236}">
                <a16:creationId xmlns:a16="http://schemas.microsoft.com/office/drawing/2014/main" id="{55479074-D1CB-4FAB-84B0-446B71C5A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A112B4F-6D27-4893-97B0-D1407D070A9C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25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25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25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3256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325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1" name="Rectangle 2">
            <a:extLst>
              <a:ext uri="{FF2B5EF4-FFF2-40B4-BE49-F238E27FC236}">
                <a16:creationId xmlns:a16="http://schemas.microsoft.com/office/drawing/2014/main" id="{FAA761A3-C7ED-484F-A222-8C3AC0374B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Logical Equivalences</a:t>
            </a:r>
            <a:endParaRPr lang="en-US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21AE7F9D-FDE2-484F-BA7F-D1393A4449F4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24013"/>
            <a:ext cx="8204200" cy="44958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7.	Identity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F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	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T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8.	Idempotent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9.	 Domination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T  T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F  F</a:t>
            </a:r>
          </a:p>
        </p:txBody>
      </p:sp>
      <p:sp>
        <p:nvSpPr>
          <p:cNvPr id="94210" name="Slide Number Placeholder 6">
            <a:extLst>
              <a:ext uri="{FF2B5EF4-FFF2-40B4-BE49-F238E27FC236}">
                <a16:creationId xmlns:a16="http://schemas.microsoft.com/office/drawing/2014/main" id="{9715C53C-3743-4F04-8B55-1C5883504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BBAEF68-A16A-4A6C-9F53-267A2F2912C4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50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50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50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3450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34509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3450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5" name="Rectangle 2">
            <a:extLst>
              <a:ext uri="{FF2B5EF4-FFF2-40B4-BE49-F238E27FC236}">
                <a16:creationId xmlns:a16="http://schemas.microsoft.com/office/drawing/2014/main" id="{533547F7-05EE-4D32-B7C6-57A15B8B3C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altLang="en-US" sz="4000" b="1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 Logical Equivalences</a:t>
            </a:r>
            <a:endParaRPr lang="en-US" altLang="en-US" sz="4000" b="1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6115" name="Rectangle 3">
            <a:extLst>
              <a:ext uri="{FF2B5EF4-FFF2-40B4-BE49-F238E27FC236}">
                <a16:creationId xmlns:a16="http://schemas.microsoft.com/office/drawing/2014/main" id="{5BD7D0B2-66B9-4DD4-B1B7-E70F11D9C5DE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04200" cy="4525963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10.	Absorption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		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(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 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11.	Inverse Laws: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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 T </a:t>
            </a: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 ~ </a:t>
            </a:r>
            <a:r>
              <a:rPr lang="en-US" altLang="en-US" sz="2400" i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 F </a:t>
            </a:r>
          </a:p>
        </p:txBody>
      </p:sp>
      <p:sp>
        <p:nvSpPr>
          <p:cNvPr id="95234" name="Slide Number Placeholder 6">
            <a:extLst>
              <a:ext uri="{FF2B5EF4-FFF2-40B4-BE49-F238E27FC236}">
                <a16:creationId xmlns:a16="http://schemas.microsoft.com/office/drawing/2014/main" id="{CD9CFF80-4BB8-4D06-A9A8-719A9CF7F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446CCBC-4F02-48B6-8883-B3AF1D246A76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GB" altLang="en-US" sz="1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461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346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3461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>
            <a:extLst>
              <a:ext uri="{FF2B5EF4-FFF2-40B4-BE49-F238E27FC236}">
                <a16:creationId xmlns:a16="http://schemas.microsoft.com/office/drawing/2014/main" id="{B6A0E810-480C-4135-9BC3-C1D66E9BF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926926"/>
          </a:xfrm>
        </p:spPr>
        <p:txBody>
          <a:bodyPr>
            <a:normAutofit/>
          </a:bodyPr>
          <a:lstStyle/>
          <a:p>
            <a:pPr eaLnBrk="1" hangingPunct="1"/>
            <a:r>
              <a:rPr lang="en-GB" altLang="en-US" sz="32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Substitution: Example -  Proving Tautology</a:t>
            </a:r>
            <a:endParaRPr lang="en-US" altLang="en-US" sz="32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3E096F8A-AED6-4BDB-828D-6C97DD654309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363255" y="1027134"/>
            <a:ext cx="8430015" cy="5099029"/>
          </a:xfrm>
        </p:spPr>
        <p:txBody>
          <a:bodyPr/>
          <a:lstStyle/>
          <a:p>
            <a:pPr marL="0" indent="0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Use substitution to prove that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(∼ R ∨ S )</a:t>
            </a: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tautology</a:t>
            </a:r>
          </a:p>
          <a:p>
            <a:pPr marL="0" indent="0" eaLnBrk="1" hangingPunct="1">
              <a:buFontTx/>
              <a:buNone/>
            </a:pP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0" indent="0" eaLnBrk="1" hangingPunct="1">
              <a:buFontTx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Proof:</a:t>
            </a:r>
          </a:p>
          <a:p>
            <a:pPr marL="0" indent="0" eaLnBrk="1" hangingPunct="1">
              <a:buFontTx/>
              <a:buNone/>
            </a:pP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S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)  </a:t>
            </a:r>
          </a:p>
          <a:p>
            <a:pPr marL="0" indent="0" eaLnBrk="1" hangingPunct="1">
              <a:buFontTx/>
              <a:buNone/>
            </a:pPr>
            <a:r>
              <a:rPr lang="en-SG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			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  S 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lang="en-SG" sz="2400" b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 )      Implication Law</a:t>
            </a:r>
          </a:p>
          <a:p>
            <a:pPr marL="342900" marR="0" lvl="1" indent="0" algn="l" defTabSz="688975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			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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)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  S     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Commutative Law</a:t>
            </a:r>
          </a:p>
          <a:p>
            <a:pPr marL="342900" marR="0" lvl="1" indent="0" algn="l" defTabSz="688975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			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 (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  S)      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Associative Law</a:t>
            </a:r>
          </a:p>
          <a:p>
            <a:pPr marL="342900" marR="0" lvl="1" indent="0" algn="l" defTabSz="688975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			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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 T                  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Inverse Law</a:t>
            </a:r>
          </a:p>
          <a:p>
            <a:pPr marL="342900" marR="0" lvl="1" indent="0" algn="l" defTabSz="688975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			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T                            </a:t>
            </a:r>
            <a:r>
              <a:rPr kumimoji="0" lang="en-S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Domination Law</a:t>
            </a:r>
          </a:p>
          <a:p>
            <a:pPr marL="342900" lvl="1" indent="0" defTabSz="688975">
              <a:buNone/>
            </a:pPr>
            <a:endParaRPr lang="en-US" altLang="en-US" sz="21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87042" name="Slide Number Placeholder 6">
            <a:extLst>
              <a:ext uri="{FF2B5EF4-FFF2-40B4-BE49-F238E27FC236}">
                <a16:creationId xmlns:a16="http://schemas.microsoft.com/office/drawing/2014/main" id="{EECF0A0B-CEC8-4BA4-8918-2EAE47DD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C438C1-05C1-408B-9C16-1AF0B8FF6D1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GB" altLang="en-US" sz="1400" dirty="0"/>
          </a:p>
        </p:txBody>
      </p:sp>
    </p:spTree>
    <p:extLst>
      <p:ext uri="{BB962C8B-B14F-4D97-AF65-F5344CB8AC3E}">
        <p14:creationId xmlns:p14="http://schemas.microsoft.com/office/powerpoint/2010/main" val="740712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3" name="Rectangle 2">
            <a:extLst>
              <a:ext uri="{FF2B5EF4-FFF2-40B4-BE49-F238E27FC236}">
                <a16:creationId xmlns:a16="http://schemas.microsoft.com/office/drawing/2014/main" id="{B6A0E810-480C-4135-9BC3-C1D66E9BF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-51933"/>
            <a:ext cx="9144000" cy="1143000"/>
          </a:xfrm>
        </p:spPr>
        <p:txBody>
          <a:bodyPr/>
          <a:lstStyle/>
          <a:p>
            <a:pPr eaLnBrk="1" hangingPunct="1"/>
            <a:r>
              <a:rPr lang="en-GB" altLang="en-US" sz="3600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Using Substitution: Example -  Simplification</a:t>
            </a:r>
            <a:endParaRPr lang="en-US" altLang="en-US" sz="3600" b="1" dirty="0">
              <a:solidFill>
                <a:schemeClr val="folHlin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042" name="Slide Number Placeholder 6">
            <a:extLst>
              <a:ext uri="{FF2B5EF4-FFF2-40B4-BE49-F238E27FC236}">
                <a16:creationId xmlns:a16="http://schemas.microsoft.com/office/drawing/2014/main" id="{EECF0A0B-CEC8-4BA4-8918-2EAE47DDF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7C438C1-05C1-408B-9C16-1AF0B8FF6D1F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GB" alt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C84466-78B3-4E40-B1D4-A4B8BE50177C}"/>
              </a:ext>
            </a:extLst>
          </p:cNvPr>
          <p:cNvSpPr txBox="1"/>
          <p:nvPr/>
        </p:nvSpPr>
        <p:spPr>
          <a:xfrm>
            <a:off x="2498107" y="1625478"/>
            <a:ext cx="3592287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~(~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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 </a:t>
            </a:r>
            <a:r>
              <a:rPr lang="en-SG" sz="2800" i="1" dirty="0">
                <a:sym typeface="Symbol" panose="05050102010706020507" pitchFamily="18" charset="2"/>
              </a:rPr>
              <a:t>p</a:t>
            </a:r>
            <a:r>
              <a:rPr lang="en-SG" sz="2800" dirty="0">
                <a:sym typeface="Symbol" panose="05050102010706020507" pitchFamily="18" charset="2"/>
              </a:rPr>
              <a:t> </a:t>
            </a:r>
            <a:endParaRPr lang="en-SG" sz="28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210CE2-C7A7-4130-A24A-F6748354BAE0}"/>
              </a:ext>
            </a:extLst>
          </p:cNvPr>
          <p:cNvSpPr txBox="1"/>
          <p:nvPr/>
        </p:nvSpPr>
        <p:spPr>
          <a:xfrm>
            <a:off x="-170700" y="2597909"/>
            <a:ext cx="36825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~(~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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   </a:t>
            </a:r>
            <a:endParaRPr lang="en-SG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335654-219C-4200-AA36-87BD59C48E07}"/>
              </a:ext>
            </a:extLst>
          </p:cNvPr>
          <p:cNvSpPr txBox="1"/>
          <p:nvPr/>
        </p:nvSpPr>
        <p:spPr>
          <a:xfrm>
            <a:off x="3102823" y="2597909"/>
            <a:ext cx="33852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/>
              <a:t>(~(~</a:t>
            </a:r>
            <a:r>
              <a:rPr lang="en-SG" sz="2800" i="1" dirty="0"/>
              <a:t>p</a:t>
            </a:r>
            <a:r>
              <a:rPr lang="en-SG" sz="2800" dirty="0"/>
              <a:t>) </a:t>
            </a:r>
            <a:r>
              <a:rPr lang="en-SG" sz="2800" dirty="0">
                <a:sym typeface="Symbol" panose="05050102010706020507" pitchFamily="18" charset="2"/>
              </a:rPr>
              <a:t>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A0B50D-925A-47D2-8007-540C3E109DEC}"/>
              </a:ext>
            </a:extLst>
          </p:cNvPr>
          <p:cNvSpPr txBox="1"/>
          <p:nvPr/>
        </p:nvSpPr>
        <p:spPr>
          <a:xfrm>
            <a:off x="2775537" y="3174916"/>
            <a:ext cx="3193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dirty="0"/>
              <a:t>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  (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 useBgFill="1">
        <p:nvSpPr>
          <p:cNvPr id="11" name="TextBox 10">
            <a:extLst>
              <a:ext uri="{FF2B5EF4-FFF2-40B4-BE49-F238E27FC236}">
                <a16:creationId xmlns:a16="http://schemas.microsoft.com/office/drawing/2014/main" id="{0D9BC5BB-C377-4341-84DA-6FAF5B82214E}"/>
              </a:ext>
            </a:extLst>
          </p:cNvPr>
          <p:cNvSpPr txBox="1"/>
          <p:nvPr/>
        </p:nvSpPr>
        <p:spPr>
          <a:xfrm>
            <a:off x="6396104" y="2659464"/>
            <a:ext cx="211924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 err="1"/>
              <a:t>DeMorgan’s</a:t>
            </a:r>
            <a:r>
              <a:rPr lang="en-SG" sz="2000" dirty="0"/>
              <a:t> Law</a:t>
            </a:r>
          </a:p>
        </p:txBody>
      </p:sp>
      <p:sp useBgFill="1">
        <p:nvSpPr>
          <p:cNvPr id="12" name="TextBox 11">
            <a:extLst>
              <a:ext uri="{FF2B5EF4-FFF2-40B4-BE49-F238E27FC236}">
                <a16:creationId xmlns:a16="http://schemas.microsoft.com/office/drawing/2014/main" id="{9FE4133F-6C83-41C5-899C-94238F040FBB}"/>
              </a:ext>
            </a:extLst>
          </p:cNvPr>
          <p:cNvSpPr txBox="1"/>
          <p:nvPr/>
        </p:nvSpPr>
        <p:spPr>
          <a:xfrm>
            <a:off x="6396103" y="3236471"/>
            <a:ext cx="2509902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/>
              <a:t>Double negation Law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CFBD91-10EB-44A3-97BD-ECE4E19B4B97}"/>
              </a:ext>
            </a:extLst>
          </p:cNvPr>
          <p:cNvSpPr txBox="1"/>
          <p:nvPr/>
        </p:nvSpPr>
        <p:spPr>
          <a:xfrm>
            <a:off x="2610645" y="3752195"/>
            <a:ext cx="274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(~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 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 useBgFill="1">
        <p:nvSpPr>
          <p:cNvPr id="14" name="TextBox 13">
            <a:extLst>
              <a:ext uri="{FF2B5EF4-FFF2-40B4-BE49-F238E27FC236}">
                <a16:creationId xmlns:a16="http://schemas.microsoft.com/office/drawing/2014/main" id="{917EF782-A542-48FE-A077-5EE2FB907CF7}"/>
              </a:ext>
            </a:extLst>
          </p:cNvPr>
          <p:cNvSpPr txBox="1"/>
          <p:nvPr/>
        </p:nvSpPr>
        <p:spPr>
          <a:xfrm>
            <a:off x="6396104" y="3813750"/>
            <a:ext cx="211924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/>
              <a:t>Distributive law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4B66D7-9719-4B7E-9352-C56A1CDD2DA9}"/>
              </a:ext>
            </a:extLst>
          </p:cNvPr>
          <p:cNvSpPr txBox="1"/>
          <p:nvPr/>
        </p:nvSpPr>
        <p:spPr>
          <a:xfrm>
            <a:off x="2610645" y="4319467"/>
            <a:ext cx="27440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(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  ~</a:t>
            </a:r>
            <a:r>
              <a:rPr lang="en-SG" sz="2800" i="1" dirty="0">
                <a:sym typeface="Symbol" panose="05050102010706020507" pitchFamily="18" charset="2"/>
              </a:rPr>
              <a:t>q</a:t>
            </a:r>
            <a:r>
              <a:rPr lang="en-SG" sz="2800" dirty="0">
                <a:sym typeface="Symbol" panose="05050102010706020507" pitchFamily="18" charset="2"/>
              </a:rPr>
              <a:t>)</a:t>
            </a:r>
            <a:endParaRPr lang="en-SG" sz="2800" dirty="0"/>
          </a:p>
        </p:txBody>
      </p:sp>
      <p:sp useBgFill="1">
        <p:nvSpPr>
          <p:cNvPr id="16" name="TextBox 15">
            <a:extLst>
              <a:ext uri="{FF2B5EF4-FFF2-40B4-BE49-F238E27FC236}">
                <a16:creationId xmlns:a16="http://schemas.microsoft.com/office/drawing/2014/main" id="{8C854FC6-B520-4542-A0F7-54B74AE539BA}"/>
              </a:ext>
            </a:extLst>
          </p:cNvPr>
          <p:cNvSpPr txBox="1"/>
          <p:nvPr/>
        </p:nvSpPr>
        <p:spPr>
          <a:xfrm>
            <a:off x="6396104" y="4381022"/>
            <a:ext cx="2119246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/>
              <a:t>Commutative Law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78519C-7965-44B2-9DEA-7A5D59A97A04}"/>
              </a:ext>
            </a:extLst>
          </p:cNvPr>
          <p:cNvSpPr txBox="1"/>
          <p:nvPr/>
        </p:nvSpPr>
        <p:spPr>
          <a:xfrm>
            <a:off x="2275715" y="4886943"/>
            <a:ext cx="22837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r>
              <a:rPr lang="en-SG" sz="2800" dirty="0"/>
              <a:t> </a:t>
            </a:r>
            <a:r>
              <a:rPr lang="en-SG" sz="2800" dirty="0">
                <a:sym typeface="Symbol" panose="05050102010706020507" pitchFamily="18" charset="2"/>
              </a:rPr>
              <a:t> </a:t>
            </a:r>
            <a:r>
              <a:rPr lang="en-SG" sz="2800" b="1" dirty="0">
                <a:sym typeface="Symbol" panose="05050102010706020507" pitchFamily="18" charset="2"/>
              </a:rPr>
              <a:t>F</a:t>
            </a:r>
            <a:endParaRPr lang="en-SG" sz="2800" b="1" dirty="0"/>
          </a:p>
        </p:txBody>
      </p:sp>
      <p:sp useBgFill="1">
        <p:nvSpPr>
          <p:cNvPr id="18" name="TextBox 17">
            <a:extLst>
              <a:ext uri="{FF2B5EF4-FFF2-40B4-BE49-F238E27FC236}">
                <a16:creationId xmlns:a16="http://schemas.microsoft.com/office/drawing/2014/main" id="{8C9C8ED4-7F8C-44EB-B681-F83AFFC8D843}"/>
              </a:ext>
            </a:extLst>
          </p:cNvPr>
          <p:cNvSpPr txBox="1"/>
          <p:nvPr/>
        </p:nvSpPr>
        <p:spPr>
          <a:xfrm>
            <a:off x="6443075" y="4965550"/>
            <a:ext cx="1639861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/>
              <a:t>Inverse Law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F438F21-C53A-47EC-94B3-F77A5F769715}"/>
              </a:ext>
            </a:extLst>
          </p:cNvPr>
          <p:cNvSpPr txBox="1"/>
          <p:nvPr/>
        </p:nvSpPr>
        <p:spPr>
          <a:xfrm>
            <a:off x="2366584" y="5436219"/>
            <a:ext cx="17397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2800" dirty="0">
                <a:sym typeface="Symbol" panose="05050102010706020507" pitchFamily="18" charset="2"/>
              </a:rPr>
              <a:t> </a:t>
            </a:r>
            <a:r>
              <a:rPr lang="en-SG" sz="2800" i="1" dirty="0"/>
              <a:t>p</a:t>
            </a:r>
            <a:endParaRPr lang="en-SG" sz="2800" b="1" dirty="0"/>
          </a:p>
        </p:txBody>
      </p:sp>
      <p:sp useBgFill="1">
        <p:nvSpPr>
          <p:cNvPr id="20" name="TextBox 19">
            <a:extLst>
              <a:ext uri="{FF2B5EF4-FFF2-40B4-BE49-F238E27FC236}">
                <a16:creationId xmlns:a16="http://schemas.microsoft.com/office/drawing/2014/main" id="{652F5D2D-55D0-446E-A418-E2DD7A182C67}"/>
              </a:ext>
            </a:extLst>
          </p:cNvPr>
          <p:cNvSpPr txBox="1"/>
          <p:nvPr/>
        </p:nvSpPr>
        <p:spPr>
          <a:xfrm>
            <a:off x="6428984" y="5497774"/>
            <a:ext cx="1639861" cy="40011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SG" sz="2000" dirty="0"/>
              <a:t>Identity Law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5D10E8E-A904-4CF2-96B5-F6A218A7EF85}"/>
              </a:ext>
            </a:extLst>
          </p:cNvPr>
          <p:cNvSpPr txBox="1"/>
          <p:nvPr/>
        </p:nvSpPr>
        <p:spPr>
          <a:xfrm>
            <a:off x="167503" y="1055967"/>
            <a:ext cx="47035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Simplify the following statement:</a:t>
            </a: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2134315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 animBg="1"/>
      <p:bldP spid="12" grpId="0" animBg="1"/>
      <p:bldP spid="13" grpId="0"/>
      <p:bldP spid="14" grpId="0" animBg="1"/>
      <p:bldP spid="15" grpId="0"/>
      <p:bldP spid="16" grpId="0" animBg="1"/>
      <p:bldP spid="17" grpId="0"/>
      <p:bldP spid="18" grpId="0" animBg="1"/>
      <p:bldP spid="19" grpId="0"/>
      <p:bldP spid="20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3" name="Rectangle 2">
            <a:extLst>
              <a:ext uri="{FF2B5EF4-FFF2-40B4-BE49-F238E27FC236}">
                <a16:creationId xmlns:a16="http://schemas.microsoft.com/office/drawing/2014/main" id="{5815338A-7320-4838-82ED-5F30D633182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83797" y="2592888"/>
            <a:ext cx="7772400" cy="836112"/>
          </a:xfrm>
        </p:spPr>
        <p:txBody>
          <a:bodyPr/>
          <a:lstStyle/>
          <a:p>
            <a:pPr eaLnBrk="1" hangingPunct="1"/>
            <a:r>
              <a:rPr lang="en-GB" altLang="en-US" b="1" dirty="0">
                <a:solidFill>
                  <a:schemeClr val="fol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 of Unit 1</a:t>
            </a:r>
          </a:p>
        </p:txBody>
      </p:sp>
      <p:sp>
        <p:nvSpPr>
          <p:cNvPr id="102402" name="Slide Number Placeholder 5">
            <a:extLst>
              <a:ext uri="{FF2B5EF4-FFF2-40B4-BE49-F238E27FC236}">
                <a16:creationId xmlns:a16="http://schemas.microsoft.com/office/drawing/2014/main" id="{A174A9D4-7CE5-4EDF-BBFB-1AC299D63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B088C1F4-6048-45CA-9F40-0527F4563E6A}" type="slidenum">
              <a:rPr lang="en-GB" altLang="en-US" sz="14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GB" altLang="en-US"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5693</TotalTime>
  <Words>4546</Words>
  <Application>Microsoft Office PowerPoint</Application>
  <PresentationFormat>On-screen Show (4:3)</PresentationFormat>
  <Paragraphs>802</Paragraphs>
  <Slides>71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71</vt:i4>
      </vt:variant>
    </vt:vector>
  </HeadingPairs>
  <TitlesOfParts>
    <vt:vector size="78" baseType="lpstr">
      <vt:lpstr>Arial</vt:lpstr>
      <vt:lpstr>Calibri</vt:lpstr>
      <vt:lpstr>Calibri Light</vt:lpstr>
      <vt:lpstr>Cambria Math</vt:lpstr>
      <vt:lpstr>Times New Roman</vt:lpstr>
      <vt:lpstr>Office Theme</vt:lpstr>
      <vt:lpstr>1_Office Theme</vt:lpstr>
      <vt:lpstr>MATH221  Mathematics for Computer Science</vt:lpstr>
      <vt:lpstr>Course Overview</vt:lpstr>
      <vt:lpstr>Why This Course?</vt:lpstr>
      <vt:lpstr>MATH221 Mathematics for Computer Science</vt:lpstr>
      <vt:lpstr>OBJECTIVES</vt:lpstr>
      <vt:lpstr>What is Logic?</vt:lpstr>
      <vt:lpstr>What is Logic?</vt:lpstr>
      <vt:lpstr>What is Logic?</vt:lpstr>
      <vt:lpstr>Statement</vt:lpstr>
      <vt:lpstr>Statement: Examples</vt:lpstr>
      <vt:lpstr>Non-Statement: Examples</vt:lpstr>
      <vt:lpstr>Examples:</vt:lpstr>
      <vt:lpstr>Examples:</vt:lpstr>
      <vt:lpstr>Logical Connectives and Compound Statements</vt:lpstr>
      <vt:lpstr>Connectives</vt:lpstr>
      <vt:lpstr>Logical Connectives and Compound Statements</vt:lpstr>
      <vt:lpstr>Negation: ~ P</vt:lpstr>
      <vt:lpstr>Negation: Examples</vt:lpstr>
      <vt:lpstr>Negation: Truth Table</vt:lpstr>
      <vt:lpstr>Negation: Notes</vt:lpstr>
      <vt:lpstr>Negation: Notes</vt:lpstr>
      <vt:lpstr>Disjunction: P  Q</vt:lpstr>
      <vt:lpstr>Disjunction: Examples</vt:lpstr>
      <vt:lpstr>Examples:</vt:lpstr>
      <vt:lpstr>Examples:</vt:lpstr>
      <vt:lpstr>Disjunction: Truth Table</vt:lpstr>
      <vt:lpstr>Disjunction: Notes</vt:lpstr>
      <vt:lpstr>Examples:</vt:lpstr>
      <vt:lpstr>Conjunction: P  Q</vt:lpstr>
      <vt:lpstr>Conjunction: Examples</vt:lpstr>
      <vt:lpstr>Examples:</vt:lpstr>
      <vt:lpstr>Examples:</vt:lpstr>
      <vt:lpstr>Conjunction: Truth Table</vt:lpstr>
      <vt:lpstr>Examples:</vt:lpstr>
      <vt:lpstr>Truth Tables for Compound Statements</vt:lpstr>
      <vt:lpstr>Order for Evaluating Logical Connectives</vt:lpstr>
      <vt:lpstr>Truth Tables For Compound Statements: Example</vt:lpstr>
      <vt:lpstr>Truth Tables For Compound Statements: Example</vt:lpstr>
      <vt:lpstr>Truth Tables For Compound Statements: Example</vt:lpstr>
      <vt:lpstr>Conditional: P  Q</vt:lpstr>
      <vt:lpstr>Conditional: P  Q</vt:lpstr>
      <vt:lpstr>Examples</vt:lpstr>
      <vt:lpstr>Examples:</vt:lpstr>
      <vt:lpstr>Conditional: Truth Table</vt:lpstr>
      <vt:lpstr>Example:</vt:lpstr>
      <vt:lpstr>Biconditional: P  Q</vt:lpstr>
      <vt:lpstr>Examples</vt:lpstr>
      <vt:lpstr>Biconditional: Note</vt:lpstr>
      <vt:lpstr>Examples:</vt:lpstr>
      <vt:lpstr>Biconditional: Truth Table</vt:lpstr>
      <vt:lpstr>Examples:</vt:lpstr>
      <vt:lpstr>Evaluating Compound Statements</vt:lpstr>
      <vt:lpstr>Examples:</vt:lpstr>
      <vt:lpstr>Tautology</vt:lpstr>
      <vt:lpstr>Examples</vt:lpstr>
      <vt:lpstr>Contradiction</vt:lpstr>
      <vt:lpstr>Example</vt:lpstr>
      <vt:lpstr>Contingent</vt:lpstr>
      <vt:lpstr>Contingent: Example</vt:lpstr>
      <vt:lpstr>Example: Determining tautology, contradiction or contingent statement</vt:lpstr>
      <vt:lpstr>Logical Equivalence</vt:lpstr>
      <vt:lpstr>Logical Equivalence: Notes</vt:lpstr>
      <vt:lpstr>Substitution</vt:lpstr>
      <vt:lpstr>Some Logical Equivalences</vt:lpstr>
      <vt:lpstr>Some Logical Equivalences</vt:lpstr>
      <vt:lpstr>Some Logical Equivalences</vt:lpstr>
      <vt:lpstr>Other Logical Equivalences</vt:lpstr>
      <vt:lpstr>Other Logical Equivalences</vt:lpstr>
      <vt:lpstr>Using Substitution: Example -  Proving Tautology</vt:lpstr>
      <vt:lpstr>Using Substitution: Example -  Simplification</vt:lpstr>
      <vt:lpstr>End of Unit 1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BUS003 Business Mathematics</dc:title>
  <dc:creator>aa</dc:creator>
  <cp:lastModifiedBy>Hee Beng Kuan Tan</cp:lastModifiedBy>
  <cp:revision>470</cp:revision>
  <cp:lastPrinted>2021-01-01T09:07:04Z</cp:lastPrinted>
  <dcterms:created xsi:type="dcterms:W3CDTF">2006-12-19T02:31:58Z</dcterms:created>
  <dcterms:modified xsi:type="dcterms:W3CDTF">2021-01-04T10:16:33Z</dcterms:modified>
</cp:coreProperties>
</file>